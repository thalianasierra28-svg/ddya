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2D370-4BEE-7EB0-A18C-7C936FEEFAE5}" v="127" dt="2026-09-12T17:08:05.158"/>
    <p1510:client id="{8129DF3B-5B5F-C15B-587D-A239CA97A94B}" v="327" dt="2026-09-12T17:08:48.985"/>
    <p1510:client id="{8AFD6C4F-BBDA-74D3-6E2B-D97CE6CAF002}" v="110" dt="2026-09-12T17:19:44.099"/>
    <p1510:client id="{AA43FDD0-DB73-DF58-CA9B-FB8DD07602C0}" v="207" dt="2026-09-12T17:14:56.973"/>
    <p1510:client id="{BBCB4930-1A09-9C0D-E352-5EAFF7BE8B40}" v="35" dt="2026-09-12T16:14:59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ario invitado" userId="S::urn:spo:tenantanon#3cce6b19-c66e-47cc-87a2-b1ac7cc8751e::" providerId="AD" clId="Web-{8129DF3B-5B5F-C15B-587D-A239CA97A94B}"/>
    <pc:docChg chg="modSld">
      <pc:chgData name="Usuario invitado" userId="S::urn:spo:tenantanon#3cce6b19-c66e-47cc-87a2-b1ac7cc8751e::" providerId="AD" clId="Web-{8129DF3B-5B5F-C15B-587D-A239CA97A94B}" dt="2026-09-12T16:04:56.737" v="2" actId="1076"/>
      <pc:docMkLst>
        <pc:docMk/>
      </pc:docMkLst>
      <pc:sldChg chg="delSp modSp">
        <pc:chgData name="Usuario invitado" userId="S::urn:spo:tenantanon#3cce6b19-c66e-47cc-87a2-b1ac7cc8751e::" providerId="AD" clId="Web-{8129DF3B-5B5F-C15B-587D-A239CA97A94B}" dt="2026-09-12T16:04:56.737" v="2" actId="1076"/>
        <pc:sldMkLst>
          <pc:docMk/>
          <pc:sldMk cId="0" sldId="256"/>
        </pc:sldMkLst>
        <pc:spChg chg="mod">
          <ac:chgData name="Usuario invitado" userId="S::urn:spo:tenantanon#3cce6b19-c66e-47cc-87a2-b1ac7cc8751e::" providerId="AD" clId="Web-{8129DF3B-5B5F-C15B-587D-A239CA97A94B}" dt="2026-09-12T16:04:56.737" v="2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Usuario invitado" userId="S::urn:spo:tenantanon#3cce6b19-c66e-47cc-87a2-b1ac7cc8751e::" providerId="AD" clId="Web-{8129DF3B-5B5F-C15B-587D-A239CA97A94B}" dt="2026-09-12T16:04:49.674" v="0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Guest User" userId="S::urn:spo:tenantanon#3cce6b19-c66e-47cc-87a2-b1ac7cc8751e::" providerId="AD" clId="Web-{BBCB4930-1A09-9C0D-E352-5EAFF7BE8B40}"/>
    <pc:docChg chg="modSld">
      <pc:chgData name="Guest User" userId="S::urn:spo:tenantanon#3cce6b19-c66e-47cc-87a2-b1ac7cc8751e::" providerId="AD" clId="Web-{BBCB4930-1A09-9C0D-E352-5EAFF7BE8B40}" dt="2026-09-12T16:14:59.916" v="34" actId="20577"/>
      <pc:docMkLst>
        <pc:docMk/>
      </pc:docMkLst>
      <pc:sldChg chg="modSp">
        <pc:chgData name="Guest User" userId="S::urn:spo:tenantanon#3cce6b19-c66e-47cc-87a2-b1ac7cc8751e::" providerId="AD" clId="Web-{BBCB4930-1A09-9C0D-E352-5EAFF7BE8B40}" dt="2026-09-12T16:06:50.779" v="3" actId="1076"/>
        <pc:sldMkLst>
          <pc:docMk/>
          <pc:sldMk cId="0" sldId="256"/>
        </pc:sldMkLst>
        <pc:spChg chg="mod">
          <ac:chgData name="Guest User" userId="S::urn:spo:tenantanon#3cce6b19-c66e-47cc-87a2-b1ac7cc8751e::" providerId="AD" clId="Web-{BBCB4930-1A09-9C0D-E352-5EAFF7BE8B40}" dt="2026-09-12T16:06:50.779" v="3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6:09.464" v="2" actId="1076"/>
          <ac:spMkLst>
            <pc:docMk/>
            <pc:sldMk cId="0" sldId="256"/>
            <ac:spMk id="5" creationId="{C074CC32-CA6C-177F-02C4-55DBF5B87206}"/>
          </ac:spMkLst>
        </pc:spChg>
      </pc:sldChg>
      <pc:sldChg chg="modSp">
        <pc:chgData name="Guest User" userId="S::urn:spo:tenantanon#3cce6b19-c66e-47cc-87a2-b1ac7cc8751e::" providerId="AD" clId="Web-{BBCB4930-1A09-9C0D-E352-5EAFF7BE8B40}" dt="2026-09-12T16:07:42.297" v="9" actId="20577"/>
        <pc:sldMkLst>
          <pc:docMk/>
          <pc:sldMk cId="0" sldId="259"/>
        </pc:sldMkLst>
        <pc:spChg chg="mod">
          <ac:chgData name="Guest User" userId="S::urn:spo:tenantanon#3cce6b19-c66e-47cc-87a2-b1ac7cc8751e::" providerId="AD" clId="Web-{BBCB4930-1A09-9C0D-E352-5EAFF7BE8B40}" dt="2026-09-12T16:07:31.062" v="8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7:42.297" v="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7:08.998" v="4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7:15.842" v="5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7:25.905" v="7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Guest User" userId="S::urn:spo:tenantanon#3cce6b19-c66e-47cc-87a2-b1ac7cc8751e::" providerId="AD" clId="Web-{BBCB4930-1A09-9C0D-E352-5EAFF7BE8B40}" dt="2026-09-12T16:14:59.916" v="34" actId="20577"/>
        <pc:sldMkLst>
          <pc:docMk/>
          <pc:sldMk cId="0" sldId="262"/>
        </pc:sldMkLst>
        <pc:spChg chg="mod">
          <ac:chgData name="Guest User" userId="S::urn:spo:tenantanon#3cce6b19-c66e-47cc-87a2-b1ac7cc8751e::" providerId="AD" clId="Web-{BBCB4930-1A09-9C0D-E352-5EAFF7BE8B40}" dt="2026-09-12T16:14:59.916" v="34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8:10.860" v="11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delSp modSp">
        <pc:chgData name="Guest User" userId="S::urn:spo:tenantanon#3cce6b19-c66e-47cc-87a2-b1ac7cc8751e::" providerId="AD" clId="Web-{BBCB4930-1A09-9C0D-E352-5EAFF7BE8B40}" dt="2026-09-12T16:09:30.362" v="17"/>
        <pc:sldMkLst>
          <pc:docMk/>
          <pc:sldMk cId="0" sldId="263"/>
        </pc:sldMkLst>
        <pc:spChg chg="mod">
          <ac:chgData name="Guest User" userId="S::urn:spo:tenantanon#3cce6b19-c66e-47cc-87a2-b1ac7cc8751e::" providerId="AD" clId="Web-{BBCB4930-1A09-9C0D-E352-5EAFF7BE8B40}" dt="2026-09-12T16:09:07.893" v="12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BBCB4930-1A09-9C0D-E352-5EAFF7BE8B40}" dt="2026-09-12T16:09:12.628" v="13" actId="2057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Guest User" userId="S::urn:spo:tenantanon#3cce6b19-c66e-47cc-87a2-b1ac7cc8751e::" providerId="AD" clId="Web-{BBCB4930-1A09-9C0D-E352-5EAFF7BE8B40}" dt="2026-09-12T16:09:25.284" v="15" actId="1076"/>
          <ac:picMkLst>
            <pc:docMk/>
            <pc:sldMk cId="0" sldId="263"/>
            <ac:picMk id="2" creationId="{00000000-0000-0000-0000-000000000000}"/>
          </ac:picMkLst>
        </pc:picChg>
        <pc:picChg chg="add del">
          <ac:chgData name="Guest User" userId="S::urn:spo:tenantanon#3cce6b19-c66e-47cc-87a2-b1ac7cc8751e::" providerId="AD" clId="Web-{BBCB4930-1A09-9C0D-E352-5EAFF7BE8B40}" dt="2026-09-12T16:09:30.362" v="17"/>
          <ac:picMkLst>
            <pc:docMk/>
            <pc:sldMk cId="0" sldId="263"/>
            <ac:picMk id="5" creationId="{0341B958-43BE-7EEA-5363-87691D027AA1}"/>
          </ac:picMkLst>
        </pc:picChg>
      </pc:sldChg>
      <pc:sldChg chg="modSp">
        <pc:chgData name="Guest User" userId="S::urn:spo:tenantanon#3cce6b19-c66e-47cc-87a2-b1ac7cc8751e::" providerId="AD" clId="Web-{BBCB4930-1A09-9C0D-E352-5EAFF7BE8B40}" dt="2026-09-12T16:14:32.681" v="31" actId="20577"/>
        <pc:sldMkLst>
          <pc:docMk/>
          <pc:sldMk cId="0" sldId="264"/>
        </pc:sldMkLst>
        <pc:spChg chg="mod">
          <ac:chgData name="Guest User" userId="S::urn:spo:tenantanon#3cce6b19-c66e-47cc-87a2-b1ac7cc8751e::" providerId="AD" clId="Web-{BBCB4930-1A09-9C0D-E352-5EAFF7BE8B40}" dt="2026-09-12T16:14:32.681" v="31" actId="20577"/>
          <ac:spMkLst>
            <pc:docMk/>
            <pc:sldMk cId="0" sldId="264"/>
            <ac:spMk id="4" creationId="{00000000-0000-0000-0000-000000000000}"/>
          </ac:spMkLst>
        </pc:spChg>
      </pc:sldChg>
    </pc:docChg>
  </pc:docChgLst>
  <pc:docChgLst>
    <pc:chgData name="Guest User" userId="S::urn:spo:tenantanon#3cce6b19-c66e-47cc-87a2-b1ac7cc8751e::" providerId="AD" clId="Web-{8AFD6C4F-BBDA-74D3-6E2B-D97CE6CAF002}"/>
    <pc:docChg chg="modSld">
      <pc:chgData name="Guest User" userId="S::urn:spo:tenantanon#3cce6b19-c66e-47cc-87a2-b1ac7cc8751e::" providerId="AD" clId="Web-{8AFD6C4F-BBDA-74D3-6E2B-D97CE6CAF002}" dt="2026-09-12T17:19:44.099" v="106"/>
      <pc:docMkLst>
        <pc:docMk/>
      </pc:docMkLst>
      <pc:sldChg chg="modSp">
        <pc:chgData name="Guest User" userId="S::urn:spo:tenantanon#3cce6b19-c66e-47cc-87a2-b1ac7cc8751e::" providerId="AD" clId="Web-{8AFD6C4F-BBDA-74D3-6E2B-D97CE6CAF002}" dt="2026-09-12T16:47:26.888" v="1" actId="20577"/>
        <pc:sldMkLst>
          <pc:docMk/>
          <pc:sldMk cId="0" sldId="260"/>
        </pc:sldMkLst>
        <pc:spChg chg="mod">
          <ac:chgData name="Guest User" userId="S::urn:spo:tenantanon#3cce6b19-c66e-47cc-87a2-b1ac7cc8751e::" providerId="AD" clId="Web-{8AFD6C4F-BBDA-74D3-6E2B-D97CE6CAF002}" dt="2026-09-12T16:47:23.122" v="0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Guest User" userId="S::urn:spo:tenantanon#3cce6b19-c66e-47cc-87a2-b1ac7cc8751e::" providerId="AD" clId="Web-{8AFD6C4F-BBDA-74D3-6E2B-D97CE6CAF002}" dt="2026-09-12T16:47:26.888" v="1" actId="20577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 setBg">
        <pc:chgData name="Guest User" userId="S::urn:spo:tenantanon#3cce6b19-c66e-47cc-87a2-b1ac7cc8751e::" providerId="AD" clId="Web-{8AFD6C4F-BBDA-74D3-6E2B-D97CE6CAF002}" dt="2026-09-12T17:05:21.708" v="97" actId="20577"/>
        <pc:sldMkLst>
          <pc:docMk/>
          <pc:sldMk cId="0" sldId="265"/>
        </pc:sldMkLst>
        <pc:spChg chg="mod">
          <ac:chgData name="Guest User" userId="S::urn:spo:tenantanon#3cce6b19-c66e-47cc-87a2-b1ac7cc8751e::" providerId="AD" clId="Web-{8AFD6C4F-BBDA-74D3-6E2B-D97CE6CAF002}" dt="2026-09-12T17:05:21.708" v="97" actId="20577"/>
          <ac:spMkLst>
            <pc:docMk/>
            <pc:sldMk cId="0" sldId="265"/>
            <ac:spMk id="3" creationId="{00000000-0000-0000-0000-000000000000}"/>
          </ac:spMkLst>
        </pc:spChg>
        <pc:spChg chg="del">
          <ac:chgData name="Guest User" userId="S::urn:spo:tenantanon#3cce6b19-c66e-47cc-87a2-b1ac7cc8751e::" providerId="AD" clId="Web-{8AFD6C4F-BBDA-74D3-6E2B-D97CE6CAF002}" dt="2026-09-12T16:54:38.153" v="72"/>
          <ac:spMkLst>
            <pc:docMk/>
            <pc:sldMk cId="0" sldId="265"/>
            <ac:spMk id="4" creationId="{00000000-0000-0000-0000-000000000000}"/>
          </ac:spMkLst>
        </pc:spChg>
        <pc:spChg chg="mod">
          <ac:chgData name="Guest User" userId="S::urn:spo:tenantanon#3cce6b19-c66e-47cc-87a2-b1ac7cc8751e::" providerId="AD" clId="Web-{8AFD6C4F-BBDA-74D3-6E2B-D97CE6CAF002}" dt="2026-09-12T16:53:12.760" v="30" actId="1076"/>
          <ac:spMkLst>
            <pc:docMk/>
            <pc:sldMk cId="0" sldId="265"/>
            <ac:spMk id="7" creationId="{C0AE14D6-9CEF-8160-941E-D73FC75EB07B}"/>
          </ac:spMkLst>
        </pc:spChg>
        <pc:picChg chg="add del mod">
          <ac:chgData name="Guest User" userId="S::urn:spo:tenantanon#3cce6b19-c66e-47cc-87a2-b1ac7cc8751e::" providerId="AD" clId="Web-{8AFD6C4F-BBDA-74D3-6E2B-D97CE6CAF002}" dt="2026-09-12T16:51:55.569" v="8"/>
          <ac:picMkLst>
            <pc:docMk/>
            <pc:sldMk cId="0" sldId="265"/>
            <ac:picMk id="2" creationId="{7CC68ADD-8471-8334-FA08-C0B2F85071CB}"/>
          </ac:picMkLst>
        </pc:picChg>
        <pc:picChg chg="del">
          <ac:chgData name="Guest User" userId="S::urn:spo:tenantanon#3cce6b19-c66e-47cc-87a2-b1ac7cc8751e::" providerId="AD" clId="Web-{8AFD6C4F-BBDA-74D3-6E2B-D97CE6CAF002}" dt="2026-09-12T16:51:46.725" v="3"/>
          <ac:picMkLst>
            <pc:docMk/>
            <pc:sldMk cId="0" sldId="265"/>
            <ac:picMk id="5" creationId="{A35614C6-80D3-E5E1-58F7-7DCB3ABBA463}"/>
          </ac:picMkLst>
        </pc:picChg>
        <pc:picChg chg="mod">
          <ac:chgData name="Guest User" userId="S::urn:spo:tenantanon#3cce6b19-c66e-47cc-87a2-b1ac7cc8751e::" providerId="AD" clId="Web-{8AFD6C4F-BBDA-74D3-6E2B-D97CE6CAF002}" dt="2026-09-12T16:53:12.760" v="31" actId="1076"/>
          <ac:picMkLst>
            <pc:docMk/>
            <pc:sldMk cId="0" sldId="265"/>
            <ac:picMk id="6" creationId="{8045F40C-4C8E-6038-5828-E0849FEE8244}"/>
          </ac:picMkLst>
        </pc:picChg>
        <pc:picChg chg="add del mod ord">
          <ac:chgData name="Guest User" userId="S::urn:spo:tenantanon#3cce6b19-c66e-47cc-87a2-b1ac7cc8751e::" providerId="AD" clId="Web-{8AFD6C4F-BBDA-74D3-6E2B-D97CE6CAF002}" dt="2026-09-12T16:53:30.088" v="34" actId="1076"/>
          <ac:picMkLst>
            <pc:docMk/>
            <pc:sldMk cId="0" sldId="265"/>
            <ac:picMk id="8" creationId="{7A407296-C6F7-DFED-5BDC-10D91BD90E05}"/>
          </ac:picMkLst>
        </pc:picChg>
        <pc:picChg chg="add mod">
          <ac:chgData name="Guest User" userId="S::urn:spo:tenantanon#3cce6b19-c66e-47cc-87a2-b1ac7cc8751e::" providerId="AD" clId="Web-{8AFD6C4F-BBDA-74D3-6E2B-D97CE6CAF002}" dt="2026-09-12T16:54:20.090" v="70" actId="14100"/>
          <ac:picMkLst>
            <pc:docMk/>
            <pc:sldMk cId="0" sldId="265"/>
            <ac:picMk id="9" creationId="{A10C7DCD-248A-0190-5E27-8A9B29F78D85}"/>
          </ac:picMkLst>
        </pc:picChg>
      </pc:sldChg>
      <pc:sldChg chg="addSp delSp modSp">
        <pc:chgData name="Guest User" userId="S::urn:spo:tenantanon#3cce6b19-c66e-47cc-87a2-b1ac7cc8751e::" providerId="AD" clId="Web-{8AFD6C4F-BBDA-74D3-6E2B-D97CE6CAF002}" dt="2026-09-12T17:19:44.099" v="106"/>
        <pc:sldMkLst>
          <pc:docMk/>
          <pc:sldMk cId="2325748130" sldId="268"/>
        </pc:sldMkLst>
        <pc:spChg chg="del">
          <ac:chgData name="Guest User" userId="S::urn:spo:tenantanon#3cce6b19-c66e-47cc-87a2-b1ac7cc8751e::" providerId="AD" clId="Web-{8AFD6C4F-BBDA-74D3-6E2B-D97CE6CAF002}" dt="2026-09-12T17:19:44.099" v="106"/>
          <ac:spMkLst>
            <pc:docMk/>
            <pc:sldMk cId="2325748130" sldId="268"/>
            <ac:spMk id="3" creationId="{17A9719B-94DB-E1C5-876B-850A7289222E}"/>
          </ac:spMkLst>
        </pc:spChg>
        <pc:picChg chg="mod">
          <ac:chgData name="Guest User" userId="S::urn:spo:tenantanon#3cce6b19-c66e-47cc-87a2-b1ac7cc8751e::" providerId="AD" clId="Web-{8AFD6C4F-BBDA-74D3-6E2B-D97CE6CAF002}" dt="2026-09-12T17:08:31.027" v="105" actId="1076"/>
          <ac:picMkLst>
            <pc:docMk/>
            <pc:sldMk cId="2325748130" sldId="268"/>
            <ac:picMk id="15" creationId="{AE2E6D3A-0004-2844-8F21-979833614AF9}"/>
          </ac:picMkLst>
        </pc:picChg>
        <pc:picChg chg="add mod">
          <ac:chgData name="Guest User" userId="S::urn:spo:tenantanon#3cce6b19-c66e-47cc-87a2-b1ac7cc8751e::" providerId="AD" clId="Web-{8AFD6C4F-BBDA-74D3-6E2B-D97CE6CAF002}" dt="2026-09-12T17:08:16.277" v="104" actId="1076"/>
          <ac:picMkLst>
            <pc:docMk/>
            <pc:sldMk cId="2325748130" sldId="268"/>
            <ac:picMk id="16" creationId="{267D41A7-924B-CB72-06B2-2E3978FA0838}"/>
          </ac:picMkLst>
        </pc:picChg>
      </pc:sldChg>
    </pc:docChg>
  </pc:docChgLst>
  <pc:docChgLst>
    <pc:chgData name="Guest User" userId="S::urn:spo:tenantanon#3cce6b19-c66e-47cc-87a2-b1ac7cc8751e::" providerId="AD" clId="Web-{8129DF3B-5B5F-C15B-587D-A239CA97A94B}"/>
    <pc:docChg chg="delSld modSld">
      <pc:chgData name="Guest User" userId="S::urn:spo:tenantanon#3cce6b19-c66e-47cc-87a2-b1ac7cc8751e::" providerId="AD" clId="Web-{8129DF3B-5B5F-C15B-587D-A239CA97A94B}" dt="2026-09-12T17:08:48.985" v="243" actId="1076"/>
      <pc:docMkLst>
        <pc:docMk/>
      </pc:docMkLst>
      <pc:sldChg chg="delSp modSp">
        <pc:chgData name="Guest User" userId="S::urn:spo:tenantanon#3cce6b19-c66e-47cc-87a2-b1ac7cc8751e::" providerId="AD" clId="Web-{8129DF3B-5B5F-C15B-587D-A239CA97A94B}" dt="2026-09-12T16:06:40.230" v="15" actId="1076"/>
        <pc:sldMkLst>
          <pc:docMk/>
          <pc:sldMk cId="0" sldId="256"/>
        </pc:sldMkLst>
        <pc:spChg chg="mod">
          <ac:chgData name="Guest User" userId="S::urn:spo:tenantanon#3cce6b19-c66e-47cc-87a2-b1ac7cc8751e::" providerId="AD" clId="Web-{8129DF3B-5B5F-C15B-587D-A239CA97A94B}" dt="2026-09-12T16:06:40.230" v="15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6:00.930" v="6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6:35.573" v="14" actId="20577"/>
          <ac:spMkLst>
            <pc:docMk/>
            <pc:sldMk cId="0" sldId="256"/>
            <ac:spMk id="5" creationId="{C074CC32-CA6C-177F-02C4-55DBF5B87206}"/>
          </ac:spMkLst>
        </pc:spChg>
      </pc:sldChg>
      <pc:sldChg chg="modSp">
        <pc:chgData name="Guest User" userId="S::urn:spo:tenantanon#3cce6b19-c66e-47cc-87a2-b1ac7cc8751e::" providerId="AD" clId="Web-{8129DF3B-5B5F-C15B-587D-A239CA97A94B}" dt="2026-09-12T16:07:26.656" v="27"/>
        <pc:sldMkLst>
          <pc:docMk/>
          <pc:sldMk cId="0" sldId="257"/>
        </pc:sldMkLst>
        <pc:spChg chg="mod">
          <ac:chgData name="Guest User" userId="S::urn:spo:tenantanon#3cce6b19-c66e-47cc-87a2-b1ac7cc8751e::" providerId="AD" clId="Web-{8129DF3B-5B5F-C15B-587D-A239CA97A94B}" dt="2026-09-12T16:07:07.170" v="1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13.170" v="17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18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19"/>
          <ac:spMkLst>
            <pc:docMk/>
            <pc:sldMk cId="0" sldId="257"/>
            <ac:spMk id="6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0"/>
          <ac:spMkLst>
            <pc:docMk/>
            <pc:sldMk cId="0" sldId="257"/>
            <ac:spMk id="7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1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2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562" v="2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26.656" v="27"/>
          <ac:spMkLst>
            <pc:docMk/>
            <pc:sldMk cId="0" sldId="257"/>
            <ac:spMk id="16" creationId="{00000000-0000-0000-0000-000000000000}"/>
          </ac:spMkLst>
        </pc:spChg>
      </pc:sldChg>
      <pc:sldChg chg="modSp">
        <pc:chgData name="Guest User" userId="S::urn:spo:tenantanon#3cce6b19-c66e-47cc-87a2-b1ac7cc8751e::" providerId="AD" clId="Web-{8129DF3B-5B5F-C15B-587D-A239CA97A94B}" dt="2026-09-12T16:07:40.751" v="37"/>
        <pc:sldMkLst>
          <pc:docMk/>
          <pc:sldMk cId="0" sldId="260"/>
        </pc:sldMkLst>
        <pc:spChg chg="mod">
          <ac:chgData name="Guest User" userId="S::urn:spo:tenantanon#3cce6b19-c66e-47cc-87a2-b1ac7cc8751e::" providerId="AD" clId="Web-{8129DF3B-5B5F-C15B-587D-A239CA97A94B}" dt="2026-09-12T16:07:40.626" v="28"/>
          <ac:spMkLst>
            <pc:docMk/>
            <pc:sldMk cId="0" sldId="260"/>
            <ac:spMk id="2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26" v="29"/>
          <ac:spMkLst>
            <pc:docMk/>
            <pc:sldMk cId="0" sldId="260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26" v="30"/>
          <ac:spMkLst>
            <pc:docMk/>
            <pc:sldMk cId="0" sldId="260"/>
            <ac:spMk id="4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26" v="31"/>
          <ac:spMkLst>
            <pc:docMk/>
            <pc:sldMk cId="0" sldId="260"/>
            <ac:spMk id="5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26" v="32"/>
          <ac:spMkLst>
            <pc:docMk/>
            <pc:sldMk cId="0" sldId="260"/>
            <ac:spMk id="6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26" v="33"/>
          <ac:spMkLst>
            <pc:docMk/>
            <pc:sldMk cId="0" sldId="260"/>
            <ac:spMk id="7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26" v="34"/>
          <ac:spMkLst>
            <pc:docMk/>
            <pc:sldMk cId="0" sldId="260"/>
            <ac:spMk id="8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41" v="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641" v="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7:40.751" v="37"/>
          <ac:spMkLst>
            <pc:docMk/>
            <pc:sldMk cId="0" sldId="260"/>
            <ac:spMk id="11" creationId="{00000000-0000-0000-0000-000000000000}"/>
          </ac:spMkLst>
        </pc:spChg>
      </pc:sldChg>
      <pc:sldChg chg="modSp">
        <pc:chgData name="Guest User" userId="S::urn:spo:tenantanon#3cce6b19-c66e-47cc-87a2-b1ac7cc8751e::" providerId="AD" clId="Web-{8129DF3B-5B5F-C15B-587D-A239CA97A94B}" dt="2026-09-12T16:08:00.752" v="41"/>
        <pc:sldMkLst>
          <pc:docMk/>
          <pc:sldMk cId="0" sldId="261"/>
        </pc:sldMkLst>
        <pc:spChg chg="mod">
          <ac:chgData name="Guest User" userId="S::urn:spo:tenantanon#3cce6b19-c66e-47cc-87a2-b1ac7cc8751e::" providerId="AD" clId="Web-{8129DF3B-5B5F-C15B-587D-A239CA97A94B}" dt="2026-09-12T16:08:00.674" v="38"/>
          <ac:spMkLst>
            <pc:docMk/>
            <pc:sldMk cId="0" sldId="261"/>
            <ac:spMk id="2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8:00.752" v="41"/>
          <ac:spMkLst>
            <pc:docMk/>
            <pc:sldMk cId="0" sldId="261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8:00.674" v="39"/>
          <ac:spMkLst>
            <pc:docMk/>
            <pc:sldMk cId="0" sldId="261"/>
            <ac:spMk id="5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8:00.674" v="40"/>
          <ac:spMkLst>
            <pc:docMk/>
            <pc:sldMk cId="0" sldId="261"/>
            <ac:spMk id="6" creationId="{00000000-0000-0000-0000-000000000000}"/>
          </ac:spMkLst>
        </pc:spChg>
      </pc:sldChg>
      <pc:sldChg chg="delSp modSp">
        <pc:chgData name="Guest User" userId="S::urn:spo:tenantanon#3cce6b19-c66e-47cc-87a2-b1ac7cc8751e::" providerId="AD" clId="Web-{8129DF3B-5B5F-C15B-587D-A239CA97A94B}" dt="2026-09-12T16:09:01.726" v="72"/>
        <pc:sldMkLst>
          <pc:docMk/>
          <pc:sldMk cId="0" sldId="262"/>
        </pc:sldMkLst>
        <pc:spChg chg="mod">
          <ac:chgData name="Guest User" userId="S::urn:spo:tenantanon#3cce6b19-c66e-47cc-87a2-b1ac7cc8751e::" providerId="AD" clId="Web-{8129DF3B-5B5F-C15B-587D-A239CA97A94B}" dt="2026-09-12T16:08:38.755" v="63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8:26.739" v="43"/>
          <ac:spMkLst>
            <pc:docMk/>
            <pc:sldMk cId="0" sldId="262"/>
            <ac:spMk id="3" creationId="{00000000-0000-0000-0000-000000000000}"/>
          </ac:spMkLst>
        </pc:spChg>
        <pc:spChg chg="mod">
          <ac:chgData name="Guest User" userId="S::urn:spo:tenantanon#3cce6b19-c66e-47cc-87a2-b1ac7cc8751e::" providerId="AD" clId="Web-{8129DF3B-5B5F-C15B-587D-A239CA97A94B}" dt="2026-09-12T16:08:47.256" v="64" actId="20577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01.726" v="72"/>
          <ac:spMkLst>
            <pc:docMk/>
            <pc:sldMk cId="0" sldId="262"/>
            <ac:spMk id="14" creationId="{00000000-0000-0000-0000-000000000000}"/>
          </ac:spMkLst>
        </pc:spChg>
      </pc:sldChg>
      <pc:sldChg chg="addSp delSp modSp">
        <pc:chgData name="Guest User" userId="S::urn:spo:tenantanon#3cce6b19-c66e-47cc-87a2-b1ac7cc8751e::" providerId="AD" clId="Web-{8129DF3B-5B5F-C15B-587D-A239CA97A94B}" dt="2026-09-12T17:08:48.985" v="243" actId="1076"/>
        <pc:sldMkLst>
          <pc:docMk/>
          <pc:sldMk cId="0" sldId="263"/>
        </pc:sldMkLst>
        <pc:spChg chg="del">
          <ac:chgData name="Guest User" userId="S::urn:spo:tenantanon#3cce6b19-c66e-47cc-87a2-b1ac7cc8751e::" providerId="AD" clId="Web-{8129DF3B-5B5F-C15B-587D-A239CA97A94B}" dt="2026-09-12T16:21:26.661" v="207"/>
          <ac:spMkLst>
            <pc:docMk/>
            <pc:sldMk cId="0" sldId="263"/>
            <ac:spMk id="3" creationId="{00000000-0000-0000-0000-000000000000}"/>
          </ac:spMkLst>
        </pc:spChg>
        <pc:spChg chg="del">
          <ac:chgData name="Guest User" userId="S::urn:spo:tenantanon#3cce6b19-c66e-47cc-87a2-b1ac7cc8751e::" providerId="AD" clId="Web-{8129DF3B-5B5F-C15B-587D-A239CA97A94B}" dt="2026-09-12T16:21:26.661" v="206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Guest User" userId="S::urn:spo:tenantanon#3cce6b19-c66e-47cc-87a2-b1ac7cc8751e::" providerId="AD" clId="Web-{8129DF3B-5B5F-C15B-587D-A239CA97A94B}" dt="2026-09-12T16:22:13.665" v="218" actId="1076"/>
          <ac:spMkLst>
            <pc:docMk/>
            <pc:sldMk cId="0" sldId="263"/>
            <ac:spMk id="7" creationId="{E16DBAD2-13B9-116D-0863-BCE2D71A05D5}"/>
          </ac:spMkLst>
        </pc:spChg>
        <pc:picChg chg="del mod">
          <ac:chgData name="Guest User" userId="S::urn:spo:tenantanon#3cce6b19-c66e-47cc-87a2-b1ac7cc8751e::" providerId="AD" clId="Web-{8129DF3B-5B5F-C15B-587D-A239CA97A94B}" dt="2026-09-12T16:14:29.596" v="134"/>
          <ac:picMkLst>
            <pc:docMk/>
            <pc:sldMk cId="0" sldId="263"/>
            <ac:picMk id="2" creationId="{00000000-0000-0000-0000-000000000000}"/>
          </ac:picMkLst>
        </pc:picChg>
        <pc:picChg chg="add mod">
          <ac:chgData name="Guest User" userId="S::urn:spo:tenantanon#3cce6b19-c66e-47cc-87a2-b1ac7cc8751e::" providerId="AD" clId="Web-{8129DF3B-5B5F-C15B-587D-A239CA97A94B}" dt="2026-09-12T16:10:12.466" v="89" actId="1076"/>
          <ac:picMkLst>
            <pc:docMk/>
            <pc:sldMk cId="0" sldId="263"/>
            <ac:picMk id="6" creationId="{1A910D1B-1078-539F-80CE-C31F5E777918}"/>
          </ac:picMkLst>
        </pc:picChg>
        <pc:picChg chg="add del mod">
          <ac:chgData name="Guest User" userId="S::urn:spo:tenantanon#3cce6b19-c66e-47cc-87a2-b1ac7cc8751e::" providerId="AD" clId="Web-{8129DF3B-5B5F-C15B-587D-A239CA97A94B}" dt="2026-09-12T17:06:55.101" v="231"/>
          <ac:picMkLst>
            <pc:docMk/>
            <pc:sldMk cId="0" sldId="263"/>
            <ac:picMk id="8" creationId="{6D111914-10D0-175C-E834-C4AEFF33A811}"/>
          </ac:picMkLst>
        </pc:picChg>
        <pc:picChg chg="add del mod">
          <ac:chgData name="Guest User" userId="S::urn:spo:tenantanon#3cce6b19-c66e-47cc-87a2-b1ac7cc8751e::" providerId="AD" clId="Web-{8129DF3B-5B5F-C15B-587D-A239CA97A94B}" dt="2026-09-12T17:07:41.886" v="235"/>
          <ac:picMkLst>
            <pc:docMk/>
            <pc:sldMk cId="0" sldId="263"/>
            <ac:picMk id="9" creationId="{AD59EBF1-F0AE-7B7F-6C19-222B31DD9111}"/>
          </ac:picMkLst>
        </pc:picChg>
        <pc:picChg chg="add mod">
          <ac:chgData name="Guest User" userId="S::urn:spo:tenantanon#3cce6b19-c66e-47cc-87a2-b1ac7cc8751e::" providerId="AD" clId="Web-{8129DF3B-5B5F-C15B-587D-A239CA97A94B}" dt="2026-09-12T17:08:48.985" v="243" actId="1076"/>
          <ac:picMkLst>
            <pc:docMk/>
            <pc:sldMk cId="0" sldId="263"/>
            <ac:picMk id="10" creationId="{72EE8D30-FE25-5F32-3B95-27917805B704}"/>
          </ac:picMkLst>
        </pc:picChg>
      </pc:sldChg>
      <pc:sldChg chg="addSp delSp modSp">
        <pc:chgData name="Guest User" userId="S::urn:spo:tenantanon#3cce6b19-c66e-47cc-87a2-b1ac7cc8751e::" providerId="AD" clId="Web-{8129DF3B-5B5F-C15B-587D-A239CA97A94B}" dt="2026-09-12T16:57:38.243" v="230" actId="1076"/>
        <pc:sldMkLst>
          <pc:docMk/>
          <pc:sldMk cId="0" sldId="264"/>
        </pc:sldMkLst>
        <pc:spChg chg="del mod">
          <ac:chgData name="Guest User" userId="S::urn:spo:tenantanon#3cce6b19-c66e-47cc-87a2-b1ac7cc8751e::" providerId="AD" clId="Web-{8129DF3B-5B5F-C15B-587D-A239CA97A94B}" dt="2026-09-12T16:29:49.280" v="226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Guest User" userId="S::urn:spo:tenantanon#3cce6b19-c66e-47cc-87a2-b1ac7cc8751e::" providerId="AD" clId="Web-{8129DF3B-5B5F-C15B-587D-A239CA97A94B}" dt="2026-09-12T16:18:20.068" v="205" actId="1076"/>
          <ac:spMkLst>
            <pc:docMk/>
            <pc:sldMk cId="0" sldId="264"/>
            <ac:spMk id="7" creationId="{6899AB3B-D250-F353-1256-DBAD2CC422B2}"/>
          </ac:spMkLst>
        </pc:spChg>
        <pc:spChg chg="add del">
          <ac:chgData name="Guest User" userId="S::urn:spo:tenantanon#3cce6b19-c66e-47cc-87a2-b1ac7cc8751e::" providerId="AD" clId="Web-{8129DF3B-5B5F-C15B-587D-A239CA97A94B}" dt="2026-09-12T16:18:08.973" v="201"/>
          <ac:spMkLst>
            <pc:docMk/>
            <pc:sldMk cId="0" sldId="264"/>
            <ac:spMk id="8" creationId="{729B5E3F-39C7-90AE-4F7E-8513C8BE2109}"/>
          </ac:spMkLst>
        </pc:spChg>
        <pc:picChg chg="del">
          <ac:chgData name="Guest User" userId="S::urn:spo:tenantanon#3cce6b19-c66e-47cc-87a2-b1ac7cc8751e::" providerId="AD" clId="Web-{8129DF3B-5B5F-C15B-587D-A239CA97A94B}" dt="2026-09-12T16:16:01.119" v="143"/>
          <ac:picMkLst>
            <pc:docMk/>
            <pc:sldMk cId="0" sldId="264"/>
            <ac:picMk id="2" creationId="{00000000-0000-0000-0000-000000000000}"/>
          </ac:picMkLst>
        </pc:picChg>
        <pc:picChg chg="mod">
          <ac:chgData name="Guest User" userId="S::urn:spo:tenantanon#3cce6b19-c66e-47cc-87a2-b1ac7cc8751e::" providerId="AD" clId="Web-{8129DF3B-5B5F-C15B-587D-A239CA97A94B}" dt="2026-09-12T16:57:38.243" v="230" actId="1076"/>
          <ac:picMkLst>
            <pc:docMk/>
            <pc:sldMk cId="0" sldId="264"/>
            <ac:picMk id="2" creationId="{4CF7F93C-A7AC-CCBB-2E09-A82D61368192}"/>
          </ac:picMkLst>
        </pc:picChg>
        <pc:picChg chg="add mod modCrop">
          <ac:chgData name="Guest User" userId="S::urn:spo:tenantanon#3cce6b19-c66e-47cc-87a2-b1ac7cc8751e::" providerId="AD" clId="Web-{8129DF3B-5B5F-C15B-587D-A239CA97A94B}" dt="2026-09-12T16:35:44.199" v="229" actId="1076"/>
          <ac:picMkLst>
            <pc:docMk/>
            <pc:sldMk cId="0" sldId="264"/>
            <ac:picMk id="5" creationId="{76B96FFB-0B8E-43E5-521C-2375BBD5EB06}"/>
          </ac:picMkLst>
        </pc:picChg>
      </pc:sldChg>
      <pc:sldChg chg="addSp delSp modSp">
        <pc:chgData name="Guest User" userId="S::urn:spo:tenantanon#3cce6b19-c66e-47cc-87a2-b1ac7cc8751e::" providerId="AD" clId="Web-{8129DF3B-5B5F-C15B-587D-A239CA97A94B}" dt="2026-09-12T16:17:40.893" v="182" actId="1076"/>
        <pc:sldMkLst>
          <pc:docMk/>
          <pc:sldMk cId="0" sldId="265"/>
        </pc:sldMkLst>
        <pc:spChg chg="add mod">
          <ac:chgData name="Guest User" userId="S::urn:spo:tenantanon#3cce6b19-c66e-47cc-87a2-b1ac7cc8751e::" providerId="AD" clId="Web-{8129DF3B-5B5F-C15B-587D-A239CA97A94B}" dt="2026-09-12T16:17:40.893" v="182" actId="1076"/>
          <ac:spMkLst>
            <pc:docMk/>
            <pc:sldMk cId="0" sldId="265"/>
            <ac:spMk id="7" creationId="{C0AE14D6-9CEF-8160-941E-D73FC75EB07B}"/>
          </ac:spMkLst>
        </pc:spChg>
        <pc:picChg chg="del">
          <ac:chgData name="Guest User" userId="S::urn:spo:tenantanon#3cce6b19-c66e-47cc-87a2-b1ac7cc8751e::" providerId="AD" clId="Web-{8129DF3B-5B5F-C15B-587D-A239CA97A94B}" dt="2026-09-12T16:16:32.106" v="151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Guest User" userId="S::urn:spo:tenantanon#3cce6b19-c66e-47cc-87a2-b1ac7cc8751e::" providerId="AD" clId="Web-{8129DF3B-5B5F-C15B-587D-A239CA97A94B}" dt="2026-09-12T16:17:01.062" v="157" actId="1076"/>
          <ac:picMkLst>
            <pc:docMk/>
            <pc:sldMk cId="0" sldId="265"/>
            <ac:picMk id="5" creationId="{A35614C6-80D3-E5E1-58F7-7DCB3ABBA463}"/>
          </ac:picMkLst>
        </pc:picChg>
        <pc:picChg chg="mod">
          <ac:chgData name="Guest User" userId="S::urn:spo:tenantanon#3cce6b19-c66e-47cc-87a2-b1ac7cc8751e::" providerId="AD" clId="Web-{8129DF3B-5B5F-C15B-587D-A239CA97A94B}" dt="2026-09-12T16:17:36.424" v="181" actId="1076"/>
          <ac:picMkLst>
            <pc:docMk/>
            <pc:sldMk cId="0" sldId="265"/>
            <ac:picMk id="6" creationId="{8045F40C-4C8E-6038-5828-E0849FEE8244}"/>
          </ac:picMkLst>
        </pc:picChg>
      </pc:sldChg>
      <pc:sldChg chg="delSp modSp del">
        <pc:chgData name="Guest User" userId="S::urn:spo:tenantanon#3cce6b19-c66e-47cc-87a2-b1ac7cc8751e::" providerId="AD" clId="Web-{8129DF3B-5B5F-C15B-587D-A239CA97A94B}" dt="2026-09-12T16:09:30.431" v="85"/>
        <pc:sldMkLst>
          <pc:docMk/>
          <pc:sldMk cId="0" sldId="266"/>
        </pc:sldMkLst>
        <pc:spChg chg="del">
          <ac:chgData name="Guest User" userId="S::urn:spo:tenantanon#3cce6b19-c66e-47cc-87a2-b1ac7cc8751e::" providerId="AD" clId="Web-{8129DF3B-5B5F-C15B-587D-A239CA97A94B}" dt="2026-09-12T16:09:13.696" v="84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13.696" v="83"/>
          <ac:spMkLst>
            <pc:docMk/>
            <pc:sldMk cId="0" sldId="266"/>
            <ac:spMk id="3" creationId="{00000000-0000-0000-0000-000000000000}"/>
          </ac:spMkLst>
        </pc:spChg>
        <pc:spChg chg="del">
          <ac:chgData name="Guest User" userId="S::urn:spo:tenantanon#3cce6b19-c66e-47cc-87a2-b1ac7cc8751e::" providerId="AD" clId="Web-{8129DF3B-5B5F-C15B-587D-A239CA97A94B}" dt="2026-09-12T16:09:13.696" v="82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13.696" v="81"/>
          <ac:spMkLst>
            <pc:docMk/>
            <pc:sldMk cId="0" sldId="266"/>
            <ac:spMk id="5" creationId="{00000000-0000-0000-0000-000000000000}"/>
          </ac:spMkLst>
        </pc:spChg>
        <pc:spChg chg="del">
          <ac:chgData name="Guest User" userId="S::urn:spo:tenantanon#3cce6b19-c66e-47cc-87a2-b1ac7cc8751e::" providerId="AD" clId="Web-{8129DF3B-5B5F-C15B-587D-A239CA97A94B}" dt="2026-09-12T16:09:13.696" v="80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13.696" v="79"/>
          <ac:spMkLst>
            <pc:docMk/>
            <pc:sldMk cId="0" sldId="266"/>
            <ac:spMk id="7" creationId="{00000000-0000-0000-0000-000000000000}"/>
          </ac:spMkLst>
        </pc:spChg>
        <pc:spChg chg="del">
          <ac:chgData name="Guest User" userId="S::urn:spo:tenantanon#3cce6b19-c66e-47cc-87a2-b1ac7cc8751e::" providerId="AD" clId="Web-{8129DF3B-5B5F-C15B-587D-A239CA97A94B}" dt="2026-09-12T16:09:13.680" v="78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13.680" v="77"/>
          <ac:spMkLst>
            <pc:docMk/>
            <pc:sldMk cId="0" sldId="266"/>
            <ac:spMk id="9" creationId="{00000000-0000-0000-0000-000000000000}"/>
          </ac:spMkLst>
        </pc:spChg>
        <pc:spChg chg="del">
          <ac:chgData name="Guest User" userId="S::urn:spo:tenantanon#3cce6b19-c66e-47cc-87a2-b1ac7cc8751e::" providerId="AD" clId="Web-{8129DF3B-5B5F-C15B-587D-A239CA97A94B}" dt="2026-09-12T16:09:13.680" v="76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13.680" v="75"/>
          <ac:spMkLst>
            <pc:docMk/>
            <pc:sldMk cId="0" sldId="266"/>
            <ac:spMk id="11" creationId="{00000000-0000-0000-0000-000000000000}"/>
          </ac:spMkLst>
        </pc:spChg>
        <pc:spChg chg="del">
          <ac:chgData name="Guest User" userId="S::urn:spo:tenantanon#3cce6b19-c66e-47cc-87a2-b1ac7cc8751e::" providerId="AD" clId="Web-{8129DF3B-5B5F-C15B-587D-A239CA97A94B}" dt="2026-09-12T16:09:13.680" v="74"/>
          <ac:spMkLst>
            <pc:docMk/>
            <pc:sldMk cId="0" sldId="266"/>
            <ac:spMk id="12" creationId="{00000000-0000-0000-0000-000000000000}"/>
          </ac:spMkLst>
        </pc:spChg>
        <pc:spChg chg="del mod">
          <ac:chgData name="Guest User" userId="S::urn:spo:tenantanon#3cce6b19-c66e-47cc-87a2-b1ac7cc8751e::" providerId="AD" clId="Web-{8129DF3B-5B5F-C15B-587D-A239CA97A94B}" dt="2026-09-12T16:09:13.680" v="73"/>
          <ac:spMkLst>
            <pc:docMk/>
            <pc:sldMk cId="0" sldId="266"/>
            <ac:spMk id="13" creationId="{00000000-0000-0000-0000-000000000000}"/>
          </ac:spMkLst>
        </pc:spChg>
      </pc:sldChg>
    </pc:docChg>
  </pc:docChgLst>
  <pc:docChgLst>
    <pc:chgData name="Usuario invitado" userId="S::urn:spo:tenantanon#3cce6b19-c66e-47cc-87a2-b1ac7cc8751e::" providerId="AD" clId="Web-{2442D370-4BEE-7EB0-A18C-7C936FEEFAE5}"/>
    <pc:docChg chg="addSld modSld">
      <pc:chgData name="Usuario invitado" userId="S::urn:spo:tenantanon#3cce6b19-c66e-47cc-87a2-b1ac7cc8751e::" providerId="AD" clId="Web-{2442D370-4BEE-7EB0-A18C-7C936FEEFAE5}" dt="2026-09-12T17:08:05.158" v="114" actId="1076"/>
      <pc:docMkLst>
        <pc:docMk/>
      </pc:docMkLst>
      <pc:sldChg chg="modSp">
        <pc:chgData name="Usuario invitado" userId="S::urn:spo:tenantanon#3cce6b19-c66e-47cc-87a2-b1ac7cc8751e::" providerId="AD" clId="Web-{2442D370-4BEE-7EB0-A18C-7C936FEEFAE5}" dt="2026-09-12T17:04:01.351" v="76" actId="20577"/>
        <pc:sldMkLst>
          <pc:docMk/>
          <pc:sldMk cId="0" sldId="260"/>
        </pc:sldMkLst>
        <pc:spChg chg="mod">
          <ac:chgData name="Usuario invitado" userId="S::urn:spo:tenantanon#3cce6b19-c66e-47cc-87a2-b1ac7cc8751e::" providerId="AD" clId="Web-{2442D370-4BEE-7EB0-A18C-7C936FEEFAE5}" dt="2026-09-12T17:04:01.351" v="76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Usuario invitado" userId="S::urn:spo:tenantanon#3cce6b19-c66e-47cc-87a2-b1ac7cc8751e::" providerId="AD" clId="Web-{2442D370-4BEE-7EB0-A18C-7C936FEEFAE5}" dt="2026-09-12T17:03:58.101" v="70" actId="20577"/>
          <ac:spMkLst>
            <pc:docMk/>
            <pc:sldMk cId="0" sldId="260"/>
            <ac:spMk id="6" creationId="{00000000-0000-0000-0000-000000000000}"/>
          </ac:spMkLst>
        </pc:spChg>
      </pc:sldChg>
      <pc:sldChg chg="addSp delSp modSp">
        <pc:chgData name="Usuario invitado" userId="S::urn:spo:tenantanon#3cce6b19-c66e-47cc-87a2-b1ac7cc8751e::" providerId="AD" clId="Web-{2442D370-4BEE-7EB0-A18C-7C936FEEFAE5}" dt="2026-09-12T16:53:52.624" v="14" actId="1076"/>
        <pc:sldMkLst>
          <pc:docMk/>
          <pc:sldMk cId="0" sldId="264"/>
        </pc:sldMkLst>
        <pc:spChg chg="del mod">
          <ac:chgData name="Usuario invitado" userId="S::urn:spo:tenantanon#3cce6b19-c66e-47cc-87a2-b1ac7cc8751e::" providerId="AD" clId="Web-{2442D370-4BEE-7EB0-A18C-7C936FEEFAE5}" dt="2026-09-12T16:52:36.918" v="2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Usuario invitado" userId="S::urn:spo:tenantanon#3cce6b19-c66e-47cc-87a2-b1ac7cc8751e::" providerId="AD" clId="Web-{2442D370-4BEE-7EB0-A18C-7C936FEEFAE5}" dt="2026-09-12T16:53:32.326" v="10"/>
          <ac:spMkLst>
            <pc:docMk/>
            <pc:sldMk cId="0" sldId="264"/>
            <ac:spMk id="7" creationId="{6899AB3B-D250-F353-1256-DBAD2CC422B2}"/>
          </ac:spMkLst>
        </pc:spChg>
        <pc:picChg chg="add mod">
          <ac:chgData name="Usuario invitado" userId="S::urn:spo:tenantanon#3cce6b19-c66e-47cc-87a2-b1ac7cc8751e::" providerId="AD" clId="Web-{2442D370-4BEE-7EB0-A18C-7C936FEEFAE5}" dt="2026-09-12T16:53:52.624" v="14" actId="1076"/>
          <ac:picMkLst>
            <pc:docMk/>
            <pc:sldMk cId="0" sldId="264"/>
            <ac:picMk id="2" creationId="{4CF7F93C-A7AC-CCBB-2E09-A82D61368192}"/>
          </ac:picMkLst>
        </pc:picChg>
        <pc:picChg chg="del">
          <ac:chgData name="Usuario invitado" userId="S::urn:spo:tenantanon#3cce6b19-c66e-47cc-87a2-b1ac7cc8751e::" providerId="AD" clId="Web-{2442D370-4BEE-7EB0-A18C-7C936FEEFAE5}" dt="2026-09-12T16:51:48.635" v="0"/>
          <ac:picMkLst>
            <pc:docMk/>
            <pc:sldMk cId="0" sldId="264"/>
            <ac:picMk id="5" creationId="{76B96FFB-0B8E-43E5-521C-2375BBD5EB06}"/>
          </ac:picMkLst>
        </pc:picChg>
      </pc:sldChg>
      <pc:sldChg chg="addSp delSp modSp add replId">
        <pc:chgData name="Usuario invitado" userId="S::urn:spo:tenantanon#3cce6b19-c66e-47cc-87a2-b1ac7cc8751e::" providerId="AD" clId="Web-{2442D370-4BEE-7EB0-A18C-7C936FEEFAE5}" dt="2026-09-12T17:08:05.158" v="114" actId="1076"/>
        <pc:sldMkLst>
          <pc:docMk/>
          <pc:sldMk cId="2325748130" sldId="268"/>
        </pc:sldMkLst>
        <pc:spChg chg="mod">
          <ac:chgData name="Usuario invitado" userId="S::urn:spo:tenantanon#3cce6b19-c66e-47cc-87a2-b1ac7cc8751e::" providerId="AD" clId="Web-{2442D370-4BEE-7EB0-A18C-7C936FEEFAE5}" dt="2026-09-12T17:02:16.863" v="44" actId="20577"/>
          <ac:spMkLst>
            <pc:docMk/>
            <pc:sldMk cId="2325748130" sldId="268"/>
            <ac:spMk id="4" creationId="{43B6D744-1029-0DAF-C100-F200F05D8F08}"/>
          </ac:spMkLst>
        </pc:spChg>
        <pc:spChg chg="add del mod">
          <ac:chgData name="Usuario invitado" userId="S::urn:spo:tenantanon#3cce6b19-c66e-47cc-87a2-b1ac7cc8751e::" providerId="AD" clId="Web-{2442D370-4BEE-7EB0-A18C-7C936FEEFAE5}" dt="2026-09-12T17:05:24.401" v="112" actId="20577"/>
          <ac:spMkLst>
            <pc:docMk/>
            <pc:sldMk cId="2325748130" sldId="268"/>
            <ac:spMk id="5" creationId="{D5D7121E-2B84-6314-E5FD-B6D8A31F3529}"/>
          </ac:spMkLst>
        </pc:spChg>
        <pc:spChg chg="add del mod">
          <ac:chgData name="Usuario invitado" userId="S::urn:spo:tenantanon#3cce6b19-c66e-47cc-87a2-b1ac7cc8751e::" providerId="AD" clId="Web-{2442D370-4BEE-7EB0-A18C-7C936FEEFAE5}" dt="2026-09-12T17:04:57.135" v="104" actId="20577"/>
          <ac:spMkLst>
            <pc:docMk/>
            <pc:sldMk cId="2325748130" sldId="268"/>
            <ac:spMk id="6" creationId="{E49008A6-7156-33B6-20A1-B425729A9A40}"/>
          </ac:spMkLst>
        </pc:spChg>
        <pc:spChg chg="del">
          <ac:chgData name="Usuario invitado" userId="S::urn:spo:tenantanon#3cce6b19-c66e-47cc-87a2-b1ac7cc8751e::" providerId="AD" clId="Web-{2442D370-4BEE-7EB0-A18C-7C936FEEFAE5}" dt="2026-09-12T17:01:35.751" v="16"/>
          <ac:spMkLst>
            <pc:docMk/>
            <pc:sldMk cId="2325748130" sldId="268"/>
            <ac:spMk id="8" creationId="{4E7F8700-776B-0D71-3FA5-001BA24FC61D}"/>
          </ac:spMkLst>
        </pc:spChg>
        <pc:spChg chg="del mod">
          <ac:chgData name="Usuario invitado" userId="S::urn:spo:tenantanon#3cce6b19-c66e-47cc-87a2-b1ac7cc8751e::" providerId="AD" clId="Web-{2442D370-4BEE-7EB0-A18C-7C936FEEFAE5}" dt="2026-09-12T17:01:47.986" v="22"/>
          <ac:spMkLst>
            <pc:docMk/>
            <pc:sldMk cId="2325748130" sldId="268"/>
            <ac:spMk id="9" creationId="{85ADDAD1-A0D5-4478-A303-CA16870DDB95}"/>
          </ac:spMkLst>
        </pc:spChg>
        <pc:spChg chg="del mod">
          <ac:chgData name="Usuario invitado" userId="S::urn:spo:tenantanon#3cce6b19-c66e-47cc-87a2-b1ac7cc8751e::" providerId="AD" clId="Web-{2442D370-4BEE-7EB0-A18C-7C936FEEFAE5}" dt="2026-09-12T17:01:43.236" v="20"/>
          <ac:spMkLst>
            <pc:docMk/>
            <pc:sldMk cId="2325748130" sldId="268"/>
            <ac:spMk id="10" creationId="{8A2324C3-CD58-97A0-6E15-EEF25EE9A277}"/>
          </ac:spMkLst>
        </pc:spChg>
        <pc:spChg chg="del">
          <ac:chgData name="Usuario invitado" userId="S::urn:spo:tenantanon#3cce6b19-c66e-47cc-87a2-b1ac7cc8751e::" providerId="AD" clId="Web-{2442D370-4BEE-7EB0-A18C-7C936FEEFAE5}" dt="2026-09-12T17:01:48.143" v="23"/>
          <ac:spMkLst>
            <pc:docMk/>
            <pc:sldMk cId="2325748130" sldId="268"/>
            <ac:spMk id="11" creationId="{A111EDD7-AC03-ED7A-0015-53778D008C49}"/>
          </ac:spMkLst>
        </pc:spChg>
        <pc:picChg chg="mod">
          <ac:chgData name="Usuario invitado" userId="S::urn:spo:tenantanon#3cce6b19-c66e-47cc-87a2-b1ac7cc8751e::" providerId="AD" clId="Web-{2442D370-4BEE-7EB0-A18C-7C936FEEFAE5}" dt="2026-09-12T17:08:05.158" v="114" actId="1076"/>
          <ac:picMkLst>
            <pc:docMk/>
            <pc:sldMk cId="2325748130" sldId="268"/>
            <ac:picMk id="13" creationId="{9F77617B-AD20-0852-5528-74A45528C82D}"/>
          </ac:picMkLst>
        </pc:picChg>
        <pc:picChg chg="mod">
          <ac:chgData name="Usuario invitado" userId="S::urn:spo:tenantanon#3cce6b19-c66e-47cc-87a2-b1ac7cc8751e::" providerId="AD" clId="Web-{2442D370-4BEE-7EB0-A18C-7C936FEEFAE5}" dt="2026-09-12T17:06:26.560" v="113" actId="1076"/>
          <ac:picMkLst>
            <pc:docMk/>
            <pc:sldMk cId="2325748130" sldId="268"/>
            <ac:picMk id="14" creationId="{2668073C-0433-054B-DADF-05E208DDC08C}"/>
          </ac:picMkLst>
        </pc:picChg>
      </pc:sldChg>
    </pc:docChg>
  </pc:docChgLst>
  <pc:docChgLst>
    <pc:chgData name="Usuario invitado" userId="S::urn:spo:tenantanon#3cce6b19-c66e-47cc-87a2-b1ac7cc8751e::" providerId="AD" clId="Web-{AA43FDD0-DB73-DF58-CA9B-FB8DD07602C0}"/>
    <pc:docChg chg="modSld">
      <pc:chgData name="Usuario invitado" userId="S::urn:spo:tenantanon#3cce6b19-c66e-47cc-87a2-b1ac7cc8751e::" providerId="AD" clId="Web-{AA43FDD0-DB73-DF58-CA9B-FB8DD07602C0}" dt="2026-09-12T17:14:56.973" v="190"/>
      <pc:docMkLst>
        <pc:docMk/>
      </pc:docMkLst>
      <pc:sldChg chg="addSp delSp modSp">
        <pc:chgData name="Usuario invitado" userId="S::urn:spo:tenantanon#3cce6b19-c66e-47cc-87a2-b1ac7cc8751e::" providerId="AD" clId="Web-{AA43FDD0-DB73-DF58-CA9B-FB8DD07602C0}" dt="2026-09-12T16:05:55.953" v="35" actId="20577"/>
        <pc:sldMkLst>
          <pc:docMk/>
          <pc:sldMk cId="0" sldId="256"/>
        </pc:sldMkLst>
        <pc:spChg chg="del mod">
          <ac:chgData name="Usuario invitado" userId="S::urn:spo:tenantanon#3cce6b19-c66e-47cc-87a2-b1ac7cc8751e::" providerId="AD" clId="Web-{AA43FDD0-DB73-DF58-CA9B-FB8DD07602C0}" dt="2026-09-12T16:04:49.435" v="17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Usuario invitado" userId="S::urn:spo:tenantanon#3cce6b19-c66e-47cc-87a2-b1ac7cc8751e::" providerId="AD" clId="Web-{AA43FDD0-DB73-DF58-CA9B-FB8DD07602C0}" dt="2026-09-12T16:05:55.953" v="35" actId="20577"/>
          <ac:spMkLst>
            <pc:docMk/>
            <pc:sldMk cId="0" sldId="256"/>
            <ac:spMk id="5" creationId="{C074CC32-CA6C-177F-02C4-55DBF5B87206}"/>
          </ac:spMkLst>
        </pc:spChg>
      </pc:sldChg>
      <pc:sldChg chg="modSp">
        <pc:chgData name="Usuario invitado" userId="S::urn:spo:tenantanon#3cce6b19-c66e-47cc-87a2-b1ac7cc8751e::" providerId="AD" clId="Web-{AA43FDD0-DB73-DF58-CA9B-FB8DD07602C0}" dt="2026-09-12T16:09:02.694" v="49"/>
        <pc:sldMkLst>
          <pc:docMk/>
          <pc:sldMk cId="0" sldId="258"/>
        </pc:sldMkLst>
        <pc:spChg chg="mod">
          <ac:chgData name="Usuario invitado" userId="S::urn:spo:tenantanon#3cce6b19-c66e-47cc-87a2-b1ac7cc8751e::" providerId="AD" clId="Web-{AA43FDD0-DB73-DF58-CA9B-FB8DD07602C0}" dt="2026-09-12T16:07:07.377" v="3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11.096" v="38"/>
          <ac:spMkLst>
            <pc:docMk/>
            <pc:sldMk cId="0" sldId="258"/>
            <ac:spMk id="4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22.112" v="41"/>
          <ac:spMkLst>
            <pc:docMk/>
            <pc:sldMk cId="0" sldId="258"/>
            <ac:spMk id="5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46.129" v="44"/>
          <ac:spMkLst>
            <pc:docMk/>
            <pc:sldMk cId="0" sldId="258"/>
            <ac:spMk id="6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8:47.647" v="46"/>
          <ac:spMkLst>
            <pc:docMk/>
            <pc:sldMk cId="0" sldId="258"/>
            <ac:spMk id="7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14.268" v="39"/>
          <ac:spMkLst>
            <pc:docMk/>
            <pc:sldMk cId="0" sldId="258"/>
            <ac:spMk id="9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24.722" v="4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52.191" v="45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8:52.975" v="4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17.925" v="4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7:34.425" v="4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9:02.694" v="49"/>
          <ac:spMkLst>
            <pc:docMk/>
            <pc:sldMk cId="0" sldId="258"/>
            <ac:spMk id="16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08:57.272" v="48"/>
          <ac:spMkLst>
            <pc:docMk/>
            <pc:sldMk cId="0" sldId="258"/>
            <ac:spMk id="17" creationId="{00000000-0000-0000-0000-000000000000}"/>
          </ac:spMkLst>
        </pc:spChg>
      </pc:sldChg>
      <pc:sldChg chg="delSp modSp">
        <pc:chgData name="Usuario invitado" userId="S::urn:spo:tenantanon#3cce6b19-c66e-47cc-87a2-b1ac7cc8751e::" providerId="AD" clId="Web-{AA43FDD0-DB73-DF58-CA9B-FB8DD07602C0}" dt="2026-09-12T17:14:56.973" v="190"/>
        <pc:sldMkLst>
          <pc:docMk/>
          <pc:sldMk cId="0" sldId="261"/>
        </pc:sldMkLst>
        <pc:spChg chg="del">
          <ac:chgData name="Usuario invitado" userId="S::urn:spo:tenantanon#3cce6b19-c66e-47cc-87a2-b1ac7cc8751e::" providerId="AD" clId="Web-{AA43FDD0-DB73-DF58-CA9B-FB8DD07602C0}" dt="2026-09-12T17:14:56.973" v="1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23:14.083" v="166" actId="20577"/>
          <ac:spMkLst>
            <pc:docMk/>
            <pc:sldMk cId="0" sldId="261"/>
            <ac:spMk id="6" creationId="{00000000-0000-0000-0000-000000000000}"/>
          </ac:spMkLst>
        </pc:spChg>
        <pc:graphicFrameChg chg="mod modGraphic">
          <ac:chgData name="Usuario invitado" userId="S::urn:spo:tenantanon#3cce6b19-c66e-47cc-87a2-b1ac7cc8751e::" providerId="AD" clId="Web-{AA43FDD0-DB73-DF58-CA9B-FB8DD07602C0}" dt="2026-09-12T16:23:04.880" v="165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delSp modSp">
        <pc:chgData name="Usuario invitado" userId="S::urn:spo:tenantanon#3cce6b19-c66e-47cc-87a2-b1ac7cc8751e::" providerId="AD" clId="Web-{AA43FDD0-DB73-DF58-CA9B-FB8DD07602C0}" dt="2026-09-12T17:05:49.969" v="175"/>
        <pc:sldMkLst>
          <pc:docMk/>
          <pc:sldMk cId="0" sldId="262"/>
        </pc:sldMkLst>
        <pc:spChg chg="mod">
          <ac:chgData name="Usuario invitado" userId="S::urn:spo:tenantanon#3cce6b19-c66e-47cc-87a2-b1ac7cc8751e::" providerId="AD" clId="Web-{AA43FDD0-DB73-DF58-CA9B-FB8DD07602C0}" dt="2026-09-12T17:05:45.860" v="173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3:28.547" v="68"/>
          <ac:spMkLst>
            <pc:docMk/>
            <pc:sldMk cId="0" sldId="262"/>
            <ac:spMk id="5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3:19.562" v="65"/>
          <ac:spMkLst>
            <pc:docMk/>
            <pc:sldMk cId="0" sldId="262"/>
            <ac:spMk id="6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3:16.390" v="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4:35.987" v="77"/>
          <ac:spMkLst>
            <pc:docMk/>
            <pc:sldMk cId="0" sldId="262"/>
            <ac:spMk id="8" creationId="{00000000-0000-0000-0000-000000000000}"/>
          </ac:spMkLst>
        </pc:spChg>
        <pc:spChg chg="add del mod">
          <ac:chgData name="Usuario invitado" userId="S::urn:spo:tenantanon#3cce6b19-c66e-47cc-87a2-b1ac7cc8751e::" providerId="AD" clId="Web-{AA43FDD0-DB73-DF58-CA9B-FB8DD07602C0}" dt="2026-09-12T17:05:49.969" v="175"/>
          <ac:spMkLst>
            <pc:docMk/>
            <pc:sldMk cId="0" sldId="262"/>
            <ac:spMk id="9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4:12.470" v="72"/>
          <ac:spMkLst>
            <pc:docMk/>
            <pc:sldMk cId="0" sldId="262"/>
            <ac:spMk id="10" creationId="{00000000-0000-0000-0000-000000000000}"/>
          </ac:spMkLst>
        </pc:spChg>
      </pc:sldChg>
      <pc:sldChg chg="modSp">
        <pc:chgData name="Usuario invitado" userId="S::urn:spo:tenantanon#3cce6b19-c66e-47cc-87a2-b1ac7cc8751e::" providerId="AD" clId="Web-{AA43FDD0-DB73-DF58-CA9B-FB8DD07602C0}" dt="2026-09-12T16:20:19.796" v="87" actId="20577"/>
        <pc:sldMkLst>
          <pc:docMk/>
          <pc:sldMk cId="0" sldId="263"/>
        </pc:sldMkLst>
        <pc:spChg chg="mod">
          <ac:chgData name="Usuario invitado" userId="S::urn:spo:tenantanon#3cce6b19-c66e-47cc-87a2-b1ac7cc8751e::" providerId="AD" clId="Web-{AA43FDD0-DB73-DF58-CA9B-FB8DD07602C0}" dt="2026-09-12T16:20:19.796" v="87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20:16.811" v="85" actId="20577"/>
          <ac:spMkLst>
            <pc:docMk/>
            <pc:sldMk cId="0" sldId="263"/>
            <ac:spMk id="4" creationId="{00000000-0000-0000-0000-000000000000}"/>
          </ac:spMkLst>
        </pc:spChg>
      </pc:sldChg>
      <pc:sldChg chg="addSp modSp">
        <pc:chgData name="Usuario invitado" userId="S::urn:spo:tenantanon#3cce6b19-c66e-47cc-87a2-b1ac7cc8751e::" providerId="AD" clId="Web-{AA43FDD0-DB73-DF58-CA9B-FB8DD07602C0}" dt="2026-09-12T16:54:07.382" v="170" actId="1076"/>
        <pc:sldMkLst>
          <pc:docMk/>
          <pc:sldMk cId="0" sldId="264"/>
        </pc:sldMkLst>
        <pc:spChg chg="mod">
          <ac:chgData name="Usuario invitado" userId="S::urn:spo:tenantanon#3cce6b19-c66e-47cc-87a2-b1ac7cc8751e::" providerId="AD" clId="Web-{AA43FDD0-DB73-DF58-CA9B-FB8DD07602C0}" dt="2026-09-12T16:14:53.706" v="80"/>
          <ac:spMkLst>
            <pc:docMk/>
            <pc:sldMk cId="0" sldId="264"/>
            <ac:spMk id="3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4:58.019" v="81"/>
          <ac:spMkLst>
            <pc:docMk/>
            <pc:sldMk cId="0" sldId="264"/>
            <ac:spMk id="4" creationId="{00000000-0000-0000-0000-000000000000}"/>
          </ac:spMkLst>
        </pc:spChg>
        <pc:picChg chg="mod">
          <ac:chgData name="Usuario invitado" userId="S::urn:spo:tenantanon#3cce6b19-c66e-47cc-87a2-b1ac7cc8751e::" providerId="AD" clId="Web-{AA43FDD0-DB73-DF58-CA9B-FB8DD07602C0}" dt="2026-09-12T16:54:07.382" v="170" actId="1076"/>
          <ac:picMkLst>
            <pc:docMk/>
            <pc:sldMk cId="0" sldId="264"/>
            <ac:picMk id="2" creationId="{4CF7F93C-A7AC-CCBB-2E09-A82D61368192}"/>
          </ac:picMkLst>
        </pc:picChg>
        <pc:picChg chg="add mod">
          <ac:chgData name="Usuario invitado" userId="S::urn:spo:tenantanon#3cce6b19-c66e-47cc-87a2-b1ac7cc8751e::" providerId="AD" clId="Web-{AA43FDD0-DB73-DF58-CA9B-FB8DD07602C0}" dt="2026-09-12T16:10:21.697" v="51" actId="1076"/>
          <ac:picMkLst>
            <pc:docMk/>
            <pc:sldMk cId="0" sldId="264"/>
            <ac:picMk id="6" creationId="{E7649F89-8239-D896-31FB-27C4450C037F}"/>
          </ac:picMkLst>
        </pc:picChg>
      </pc:sldChg>
      <pc:sldChg chg="addSp modSp">
        <pc:chgData name="Usuario invitado" userId="S::urn:spo:tenantanon#3cce6b19-c66e-47cc-87a2-b1ac7cc8751e::" providerId="AD" clId="Web-{AA43FDD0-DB73-DF58-CA9B-FB8DD07602C0}" dt="2026-09-12T16:12:52.468" v="62" actId="20577"/>
        <pc:sldMkLst>
          <pc:docMk/>
          <pc:sldMk cId="0" sldId="265"/>
        </pc:sldMkLst>
        <pc:spChg chg="mod">
          <ac:chgData name="Usuario invitado" userId="S::urn:spo:tenantanon#3cce6b19-c66e-47cc-87a2-b1ac7cc8751e::" providerId="AD" clId="Web-{AA43FDD0-DB73-DF58-CA9B-FB8DD07602C0}" dt="2026-09-12T16:12:32.232" v="58"/>
          <ac:spMkLst>
            <pc:docMk/>
            <pc:sldMk cId="0" sldId="265"/>
            <ac:spMk id="3" creationId="{00000000-0000-0000-0000-000000000000}"/>
          </ac:spMkLst>
        </pc:spChg>
        <pc:spChg chg="mod">
          <ac:chgData name="Usuario invitado" userId="S::urn:spo:tenantanon#3cce6b19-c66e-47cc-87a2-b1ac7cc8751e::" providerId="AD" clId="Web-{AA43FDD0-DB73-DF58-CA9B-FB8DD07602C0}" dt="2026-09-12T16:12:52.468" v="62" actId="20577"/>
          <ac:spMkLst>
            <pc:docMk/>
            <pc:sldMk cId="0" sldId="265"/>
            <ac:spMk id="4" creationId="{00000000-0000-0000-0000-000000000000}"/>
          </ac:spMkLst>
        </pc:spChg>
        <pc:picChg chg="mod">
          <ac:chgData name="Usuario invitado" userId="S::urn:spo:tenantanon#3cce6b19-c66e-47cc-87a2-b1ac7cc8751e::" providerId="AD" clId="Web-{AA43FDD0-DB73-DF58-CA9B-FB8DD07602C0}" dt="2026-09-12T16:11:28.433" v="56" actId="1076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Usuario invitado" userId="S::urn:spo:tenantanon#3cce6b19-c66e-47cc-87a2-b1ac7cc8751e::" providerId="AD" clId="Web-{AA43FDD0-DB73-DF58-CA9B-FB8DD07602C0}" dt="2026-09-12T16:10:29.634" v="54" actId="14100"/>
          <ac:picMkLst>
            <pc:docMk/>
            <pc:sldMk cId="0" sldId="265"/>
            <ac:picMk id="6" creationId="{8045F40C-4C8E-6038-5828-E0849FEE8244}"/>
          </ac:picMkLst>
        </pc:picChg>
      </pc:sldChg>
      <pc:sldChg chg="addSp modSp">
        <pc:chgData name="Usuario invitado" userId="S::urn:spo:tenantanon#3cce6b19-c66e-47cc-87a2-b1ac7cc8751e::" providerId="AD" clId="Web-{AA43FDD0-DB73-DF58-CA9B-FB8DD07602C0}" dt="2026-09-12T17:08:09.677" v="189" actId="1076"/>
        <pc:sldMkLst>
          <pc:docMk/>
          <pc:sldMk cId="2325748130" sldId="268"/>
        </pc:sldMkLst>
        <pc:spChg chg="mod">
          <ac:chgData name="Usuario invitado" userId="S::urn:spo:tenantanon#3cce6b19-c66e-47cc-87a2-b1ac7cc8751e::" providerId="AD" clId="Web-{AA43FDD0-DB73-DF58-CA9B-FB8DD07602C0}" dt="2026-09-12T17:08:05.943" v="188" actId="1076"/>
          <ac:spMkLst>
            <pc:docMk/>
            <pc:sldMk cId="2325748130" sldId="268"/>
            <ac:spMk id="2" creationId="{2098B255-2F28-A385-B706-1D438FA34585}"/>
          </ac:spMkLst>
        </pc:spChg>
        <pc:spChg chg="mod">
          <ac:chgData name="Usuario invitado" userId="S::urn:spo:tenantanon#3cce6b19-c66e-47cc-87a2-b1ac7cc8751e::" providerId="AD" clId="Web-{AA43FDD0-DB73-DF58-CA9B-FB8DD07602C0}" dt="2026-09-12T17:06:46.877" v="184" actId="1076"/>
          <ac:spMkLst>
            <pc:docMk/>
            <pc:sldMk cId="2325748130" sldId="268"/>
            <ac:spMk id="3" creationId="{17A9719B-94DB-E1C5-876B-850A7289222E}"/>
          </ac:spMkLst>
        </pc:spChg>
        <pc:picChg chg="add mod">
          <ac:chgData name="Usuario invitado" userId="S::urn:spo:tenantanon#3cce6b19-c66e-47cc-87a2-b1ac7cc8751e::" providerId="AD" clId="Web-{AA43FDD0-DB73-DF58-CA9B-FB8DD07602C0}" dt="2026-09-12T17:07:01.612" v="186" actId="1076"/>
          <ac:picMkLst>
            <pc:docMk/>
            <pc:sldMk cId="2325748130" sldId="268"/>
            <ac:picMk id="12" creationId="{E6275A2D-1205-3709-CB49-4528E90BB014}"/>
          </ac:picMkLst>
        </pc:picChg>
        <pc:picChg chg="add mod">
          <ac:chgData name="Usuario invitado" userId="S::urn:spo:tenantanon#3cce6b19-c66e-47cc-87a2-b1ac7cc8751e::" providerId="AD" clId="Web-{AA43FDD0-DB73-DF58-CA9B-FB8DD07602C0}" dt="2026-09-12T17:08:09.677" v="189" actId="1076"/>
          <ac:picMkLst>
            <pc:docMk/>
            <pc:sldMk cId="2325748130" sldId="268"/>
            <ac:picMk id="13" creationId="{9F77617B-AD20-0852-5528-74A45528C82D}"/>
          </ac:picMkLst>
        </pc:picChg>
        <pc:picChg chg="add mod">
          <ac:chgData name="Usuario invitado" userId="S::urn:spo:tenantanon#3cce6b19-c66e-47cc-87a2-b1ac7cc8751e::" providerId="AD" clId="Web-{AA43FDD0-DB73-DF58-CA9B-FB8DD07602C0}" dt="2026-09-12T17:06:06.985" v="180"/>
          <ac:picMkLst>
            <pc:docMk/>
            <pc:sldMk cId="2325748130" sldId="268"/>
            <ac:picMk id="14" creationId="{2668073C-0433-054B-DADF-05E208DDC08C}"/>
          </ac:picMkLst>
        </pc:picChg>
        <pc:picChg chg="add mod">
          <ac:chgData name="Usuario invitado" userId="S::urn:spo:tenantanon#3cce6b19-c66e-47cc-87a2-b1ac7cc8751e::" providerId="AD" clId="Web-{AA43FDD0-DB73-DF58-CA9B-FB8DD07602C0}" dt="2026-09-12T17:06:38.033" v="183" actId="1076"/>
          <ac:picMkLst>
            <pc:docMk/>
            <pc:sldMk cId="2325748130" sldId="268"/>
            <ac:picMk id="15" creationId="{AE2E6D3A-0004-2844-8F21-979833614AF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263755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263755"/>
                </a:solidFill>
                <a:latin typeface="Arial"/>
              </a:rPr>
              <a:t>Tiempo de búsqueda según el tamaño del catálogo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Peor caso</c:v>
                </c:pt>
              </c:strCache>
            </c:strRef>
          </c:tx>
          <c:spPr>
            <a:ln w="31750" cap="flat">
              <a:solidFill>
                <a:srgbClr val="C97F4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7F41"/>
              </a:solidFill>
              <a:ln w="9525" cap="flat">
                <a:solidFill>
                  <a:srgbClr val="C97F4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1k</c:v>
                </c:pt>
                <c:pt idx="1">
                  <c:v>2k</c:v>
                </c:pt>
                <c:pt idx="2">
                  <c:v>3k</c:v>
                </c:pt>
                <c:pt idx="3">
                  <c:v>4k</c:v>
                </c:pt>
                <c:pt idx="4">
                  <c:v>5k</c:v>
                </c:pt>
                <c:pt idx="5">
                  <c:v>6k</c:v>
                </c:pt>
                <c:pt idx="6">
                  <c:v>7k</c:v>
                </c:pt>
                <c:pt idx="7">
                  <c:v>8k</c:v>
                </c:pt>
                <c:pt idx="8">
                  <c:v>9k</c:v>
                </c:pt>
                <c:pt idx="9">
                  <c:v>10k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</c:v>
                </c:pt>
                <c:pt idx="1">
                  <c:v>1.8</c:v>
                </c:pt>
                <c:pt idx="2">
                  <c:v>2.7</c:v>
                </c:pt>
                <c:pt idx="3">
                  <c:v>3.6</c:v>
                </c:pt>
                <c:pt idx="4">
                  <c:v>4.5</c:v>
                </c:pt>
                <c:pt idx="5">
                  <c:v>5.4</c:v>
                </c:pt>
                <c:pt idx="6">
                  <c:v>6.3</c:v>
                </c:pt>
                <c:pt idx="7">
                  <c:v>7.2</c:v>
                </c:pt>
                <c:pt idx="8">
                  <c:v>8.1</c:v>
                </c:pt>
                <c:pt idx="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81-4DCF-87A7-B837A06833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Caso promedio</c:v>
                </c:pt>
              </c:strCache>
            </c:strRef>
          </c:tx>
          <c:spPr>
            <a:ln w="31750" cap="flat">
              <a:solidFill>
                <a:srgbClr val="8A93A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93A5"/>
              </a:solidFill>
              <a:ln w="9525" cap="flat">
                <a:solidFill>
                  <a:srgbClr val="8A93A5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1k</c:v>
                </c:pt>
                <c:pt idx="1">
                  <c:v>2k</c:v>
                </c:pt>
                <c:pt idx="2">
                  <c:v>3k</c:v>
                </c:pt>
                <c:pt idx="3">
                  <c:v>4k</c:v>
                </c:pt>
                <c:pt idx="4">
                  <c:v>5k</c:v>
                </c:pt>
                <c:pt idx="5">
                  <c:v>6k</c:v>
                </c:pt>
                <c:pt idx="6">
                  <c:v>7k</c:v>
                </c:pt>
                <c:pt idx="7">
                  <c:v>8k</c:v>
                </c:pt>
                <c:pt idx="8">
                  <c:v>9k</c:v>
                </c:pt>
                <c:pt idx="9">
                  <c:v>10k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0.45</c:v>
                </c:pt>
                <c:pt idx="1">
                  <c:v>0.9</c:v>
                </c:pt>
                <c:pt idx="2">
                  <c:v>1.35</c:v>
                </c:pt>
                <c:pt idx="3">
                  <c:v>1.8</c:v>
                </c:pt>
                <c:pt idx="4">
                  <c:v>2.25</c:v>
                </c:pt>
                <c:pt idx="5">
                  <c:v>2.7</c:v>
                </c:pt>
                <c:pt idx="6">
                  <c:v>3.15</c:v>
                </c:pt>
                <c:pt idx="7">
                  <c:v>3.6</c:v>
                </c:pt>
                <c:pt idx="8">
                  <c:v>4.05</c:v>
                </c:pt>
                <c:pt idx="9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1-4DCF-87A7-B837A06833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Mejor caso</c:v>
                </c:pt>
              </c:strCache>
            </c:strRef>
          </c:tx>
          <c:spPr>
            <a:ln w="31750" cap="flat">
              <a:solidFill>
                <a:srgbClr val="2637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63755"/>
              </a:solidFill>
              <a:ln w="9525" cap="flat">
                <a:solidFill>
                  <a:srgbClr val="263755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1k</c:v>
                </c:pt>
                <c:pt idx="1">
                  <c:v>2k</c:v>
                </c:pt>
                <c:pt idx="2">
                  <c:v>3k</c:v>
                </c:pt>
                <c:pt idx="3">
                  <c:v>4k</c:v>
                </c:pt>
                <c:pt idx="4">
                  <c:v>5k</c:v>
                </c:pt>
                <c:pt idx="5">
                  <c:v>6k</c:v>
                </c:pt>
                <c:pt idx="6">
                  <c:v>7k</c:v>
                </c:pt>
                <c:pt idx="7">
                  <c:v>8k</c:v>
                </c:pt>
                <c:pt idx="8">
                  <c:v>9k</c:v>
                </c:pt>
                <c:pt idx="9">
                  <c:v>10k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81-4DCF-87A7-B837A0683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263755"/>
                    </a:solidFill>
                    <a:latin typeface="Arial"/>
                  </a:defRPr>
                </a:pPr>
                <a:r>
                  <a:rPr lang="en-US" sz="950" b="0" i="0" u="none" strike="noStrike">
                    <a:solidFill>
                      <a:srgbClr val="263755"/>
                    </a:solidFill>
                    <a:latin typeface="Arial"/>
                  </a:rPr>
                  <a:t>p = productos en el catálogo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37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CEC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263755"/>
                    </a:solidFill>
                    <a:latin typeface="Arial"/>
                  </a:defRPr>
                </a:pPr>
                <a:r>
                  <a:rPr lang="en-US" sz="950" b="0" i="0" u="none" strike="noStrike">
                    <a:solidFill>
                      <a:srgbClr val="263755"/>
                    </a:solidFill>
                    <a:latin typeface="Arial"/>
                  </a:rPr>
                  <a:t>ms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37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E8E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2637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DE8E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4BED0-3450-4B20-9B14-A262D939D4BF}" type="datetimeFigureOut"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B0154-AF1C-4C33-83AE-10DBD7C419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3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Presentación del ejercicio: sistema de atención de clientes, historial de operaciones y catálogo de productos, resuelto con tres estructuras de datos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20CC-2A81-15C1-E2F1-6B1823B3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E3B27-C27D-0602-AE5D-C128009A9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62917-A456-CE84-AE7A-A9D294008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100DB-CD2D-CD08-4B03-F5CF3F0FDF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62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68221" y="1714713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4600"/>
              </a:lnSpc>
            </a:pPr>
            <a:r>
              <a:rPr lang="en-US" sz="3500">
                <a:latin typeface="Times New Roman"/>
                <a:cs typeface="Times New Roman"/>
              </a:rPr>
              <a:t>SISTEMA DE ATENCIÓN</a:t>
            </a:r>
          </a:p>
          <a:p>
            <a:pPr algn="ctr">
              <a:lnSpc>
                <a:spcPts val="4600"/>
              </a:lnSpc>
            </a:pPr>
            <a:r>
              <a:rPr lang="en-US" sz="3500">
                <a:latin typeface="Times New Roman"/>
                <a:cs typeface="Times New Roman"/>
              </a:rPr>
              <a:t>DE UNA TIENDA</a:t>
            </a:r>
            <a:endParaRPr lang="en-US" sz="35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4CC32-CA6C-177F-02C4-55DBF5B87206}"/>
              </a:ext>
            </a:extLst>
          </p:cNvPr>
          <p:cNvSpPr txBox="1"/>
          <p:nvPr/>
        </p:nvSpPr>
        <p:spPr>
          <a:xfrm>
            <a:off x="3177027" y="3739645"/>
            <a:ext cx="58394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Mariana Shenoa Castiblanco González</a:t>
            </a:r>
          </a:p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Emmanuel Alejandro Gil León </a:t>
            </a:r>
          </a:p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Thaliana Rocio Sierra García </a:t>
            </a:r>
          </a:p>
          <a:p>
            <a:pPr algn="ctr"/>
            <a:r>
              <a:rPr lang="en-US">
                <a:latin typeface="Times New Roman"/>
                <a:ea typeface="+mn-lt"/>
                <a:cs typeface="Times New Roman"/>
              </a:rPr>
              <a:t>Juan José Mican Rodríguez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DESCRIPCIÓN DEL PROBLEMA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Una tienda necesita controlar tres procesos que hoy se manejan de forma manual: la atención de clientes, el registro de las operaciones realizadas y la administración del catálogo de productos.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2596896"/>
            <a:ext cx="310896" cy="310896"/>
          </a:xfrm>
          <a:prstGeom prst="ellipse">
            <a:avLst/>
          </a:prstGeom>
          <a:solidFill>
            <a:srgbClr val="2637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1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7280" y="2514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Orden de llegada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7280" y="286207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El primero que llega es el primero que se atiende; los clientes nuevos entran al final de la fila.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3648456"/>
            <a:ext cx="310896" cy="310896"/>
          </a:xfrm>
          <a:prstGeom prst="ellipse">
            <a:avLst/>
          </a:prstGeom>
          <a:solidFill>
            <a:srgbClr val="2637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2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97280" y="35661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Reversa de la última operación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97280" y="391363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Un error de atención se corrige deshaciendo la atención más reciente y devolviendo al cliente al inicio de la cola.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" y="4700016"/>
            <a:ext cx="310896" cy="310896"/>
          </a:xfrm>
          <a:prstGeom prst="ellipse">
            <a:avLst/>
          </a:prstGeom>
          <a:solidFill>
            <a:srgbClr val="2637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700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3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097280" y="46177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Recorrido en ambos sentidos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97280" y="496519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El catálogo debe listarse del primero al último y del último al primero, además de buscar y eliminar por código.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Cada proceso tiene un patrón de acceso distinto: por eso el sistema se resuelve con tres estructuras de datos diferentes.</a:t>
            </a:r>
            <a:endParaRPr lang="en-US"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ESTRUCTURAS UTILIZADAS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63755"/>
          </a:solidFill>
          <a:ln/>
          <a:effectLst>
            <a:outerShdw blurRad="101600" dist="254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04672" y="187452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8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COLA</a:t>
            </a:r>
            <a:endParaRPr lang="en-US" sz="1900">
              <a:latin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04672" y="22860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FIFO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26974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E0D5CE"/>
                </a:solidFill>
                <a:latin typeface="Times New Roman"/>
                <a:ea typeface="Arial" pitchFamily="34" charset="-122"/>
                <a:cs typeface="Times New Roman"/>
              </a:rPr>
              <a:t>Clientes en espera</a:t>
            </a:r>
            <a:endParaRPr lang="en-US" sz="1350">
              <a:latin typeface="Times New Roman"/>
              <a:cs typeface="Times New Roman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20040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Salen en el mismo orden en que llegan</a:t>
            </a:r>
            <a:endParaRPr lang="en-US" sz="115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Punteros: frente y final</a:t>
            </a:r>
            <a:endParaRPr lang="en-US" sz="115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encolar · desencolar · insertar al inicio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60520" y="16002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63755"/>
          </a:solidFill>
          <a:ln/>
          <a:effectLst>
            <a:outerShdw blurRad="101600" dist="254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16552" y="187452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8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PILA</a:t>
            </a:r>
            <a:endParaRPr lang="en-US" sz="19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416552" y="22860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LIFO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416552" y="26974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E0D5CE"/>
                </a:solidFill>
                <a:latin typeface="Times New Roman"/>
                <a:ea typeface="Arial" pitchFamily="34" charset="-122"/>
                <a:cs typeface="Times New Roman"/>
              </a:rPr>
              <a:t>Historial de atenciones</a:t>
            </a:r>
            <a:endParaRPr lang="en-US" sz="1350">
              <a:latin typeface="Times New Roman"/>
              <a:cs typeface="Times New Roman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416552" y="320040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Deshacer afecta siempre a la más reciente</a:t>
            </a:r>
            <a:endParaRPr lang="en-US" sz="115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Puntero: tope</a:t>
            </a:r>
            <a:endParaRPr lang="en-US" sz="115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apilar · desapilar · consultar tope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0" y="16002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263755"/>
          </a:solidFill>
          <a:ln/>
          <a:effectLst>
            <a:outerShdw blurRad="101600" dist="25400" dir="5400000" algn="bl" rotWithShape="0">
              <a:srgbClr val="88888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28432" y="187452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8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LISTA DOBLE</a:t>
            </a:r>
            <a:endParaRPr lang="en-US" sz="190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28432" y="22860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BIDIRECCIONAL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028432" y="26974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E0D5CE"/>
                </a:solidFill>
                <a:latin typeface="Times New Roman"/>
                <a:ea typeface="Arial" pitchFamily="34" charset="-122"/>
                <a:cs typeface="Times New Roman"/>
              </a:rPr>
              <a:t>Catálogo de productos</a:t>
            </a:r>
            <a:endParaRPr lang="en-US" sz="1350">
              <a:latin typeface="Times New Roman"/>
              <a:cs typeface="Times New Roman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028432" y="320040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Cada nodo conoce a su anterior y su siguiente</a:t>
            </a:r>
            <a:endParaRPr lang="en-US" sz="115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Punteros: cabeza y cola</a:t>
            </a:r>
            <a:endParaRPr lang="en-US" sz="115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>
                <a:solidFill>
                  <a:srgbClr val="EDE8E4"/>
                </a:solidFill>
                <a:latin typeface="Times New Roman"/>
                <a:ea typeface="Arial" pitchFamily="34" charset="-122"/>
                <a:cs typeface="Times New Roman"/>
              </a:rPr>
              <a:t>agregar · recorrer ↔ · buscar · eliminar</a:t>
            </a:r>
            <a:endParaRPr lang="en-US" sz="1150">
              <a:latin typeface="Times New Roman"/>
              <a:cs typeface="Times New Roman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i="1">
                <a:solidFill>
                  <a:srgbClr val="263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mantiene la coherencia entre las tres: al atender, el cliente sale de la cola y entra a la pila; al deshacer, sale de la pila y regresa al frente de la cola.</a:t>
            </a:r>
            <a:endParaRPr lang="en-US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80360" y="960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REQUERIMIENTOS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880360" y="1737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0D5CE"/>
                </a:solidFill>
                <a:latin typeface="Times New Roman"/>
                <a:ea typeface="Arial" pitchFamily="34" charset="-122"/>
                <a:cs typeface="Times New Roman"/>
              </a:rPr>
              <a:t>Qué debe hacer el sistema y bajo qué condiciones debe hacerlo.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8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FUNCIONALES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3456432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Cargar n clientes iniciales y agregar nuevos al final de la cola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Atender al siguiente cliente y apilarlo en el historial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Mostrar la cola de espera y el último cliente atendido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Deshacer la última atención y devolver al cliente al inicio de la cola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Agregar, recorrer, buscar y eliminar productos por código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Mantener el menú activo hasta que el usuario elija salir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693408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80">
                <a:solidFill>
                  <a:srgbClr val="263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FUNCIONALES</a:t>
            </a:r>
            <a:endParaRPr lang="en-US" sz="1500"/>
          </a:p>
        </p:txBody>
      </p:sp>
      <p:sp>
        <p:nvSpPr>
          <p:cNvPr id="7" name="Text 5"/>
          <p:cNvSpPr txBox="1"/>
          <p:nvPr/>
        </p:nvSpPr>
        <p:spPr>
          <a:xfrm>
            <a:off x="6583239" y="3456432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Encolar, desencolar, apilar y desapilar en tiempo constante O(1)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Estructuras construidas con nodos y punteros propios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Mensajes claros ante estructuras vacías o códigos inexistentes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Conservar el formato de salida del enunciado (Ana → Carlos → Laura)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Consumo de memoria lineal respecto a los datos almacenados</a:t>
            </a:r>
            <a:endParaRPr lang="en-US" sz="1200">
              <a:latin typeface="Times New Roman"/>
              <a:cs typeface="Times New Roman"/>
            </a:endParaRPr>
          </a:p>
          <a:p>
            <a:pPr marL="177800" indent="-1778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Ejecutable en Google Colab, sin dependencias externas</a:t>
            </a:r>
            <a:endParaRPr lang="en-US"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80360" y="960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HISTORIAS DE USUARIO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2880360" y="1737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0D5CE"/>
                </a:solidFill>
                <a:latin typeface="Times New Roman"/>
                <a:ea typeface="Arial" pitchFamily="34" charset="-122"/>
                <a:cs typeface="Times New Roman"/>
              </a:rPr>
              <a:t>Se muestran las dos historias críticas; el informe incluye las seis con sus criterios de aceptación.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029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HU-01  ·  CAJERO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02920" y="33101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Como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cajero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quiero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deshacer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la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última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atención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para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corregir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un error sin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perjudicar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el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turno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 del </a:t>
            </a:r>
            <a:r>
              <a:rPr lang="en-US" sz="1300" b="1" err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cliente</a:t>
            </a:r>
            <a:r>
              <a:rPr lang="en-US" sz="1300" b="1">
                <a:solidFill>
                  <a:srgbClr val="263755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13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02920" y="440740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Dada la pila Laura (tope) → Carlos → Ana y la cola Mateo, al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deshacer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la cola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queda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Laura → Mateo.</a:t>
            </a:r>
            <a:endParaRPr lang="en-US" sz="110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El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cliente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vuelve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a la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primera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posición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, no a la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última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.</a:t>
            </a:r>
            <a:endParaRPr lang="en-US" sz="110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Con la pila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vacía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el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sistema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informa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y no </a:t>
            </a:r>
            <a:r>
              <a:rPr lang="en-US" sz="11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modifica</a:t>
            </a: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nada.</a:t>
            </a:r>
            <a:endParaRPr lang="en-US" sz="11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02920" y="4114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>
                <a:solidFill>
                  <a:srgbClr val="7A8399"/>
                </a:solidFill>
                <a:latin typeface="Times New Roman"/>
                <a:ea typeface="Arial" pitchFamily="34" charset="-122"/>
                <a:cs typeface="Times New Roman"/>
              </a:rPr>
              <a:t>CRITERIOS DE ACEPTACIÓN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93408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HU-02  ·  ADMINISTRADOR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693408" y="33101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Como administrador quiero eliminar un producto por su código para mantener el catálogo actualizado.</a:t>
            </a:r>
            <a:endParaRPr lang="en-US" sz="13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93408" y="440740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Al eliminar el código 103 la lista queda NULL ← Arroz ↔ Leche ↔ Café → NULL.</a:t>
            </a:r>
            <a:endParaRPr lang="en-US" sz="110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Un código inexistente produce un mensaje, no un error de ejecución.</a:t>
            </a:r>
            <a:endParaRPr lang="en-US" sz="110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Los enlaces anterior y siguiente de los vecinos quedan correctos.</a:t>
            </a:r>
            <a:endParaRPr lang="en-US" sz="1100">
              <a:latin typeface="Times New Roman"/>
              <a:cs typeface="Times New Roman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93408" y="4114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>
                <a:solidFill>
                  <a:srgbClr val="7A8399"/>
                </a:solidFill>
                <a:latin typeface="Times New Roman"/>
                <a:ea typeface="Arial" pitchFamily="34" charset="-122"/>
                <a:cs typeface="Times New Roman"/>
              </a:rPr>
              <a:t>CRITERIOS DE ACEPTACIÓN</a:t>
            </a:r>
            <a:endParaRPr lang="en-US"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751D8-1A1D-87B6-BB2A-8D5210EE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98B255-2F28-A385-B706-1D438FA34585}"/>
              </a:ext>
            </a:extLst>
          </p:cNvPr>
          <p:cNvSpPr txBox="1"/>
          <p:nvPr/>
        </p:nvSpPr>
        <p:spPr>
          <a:xfrm>
            <a:off x="2880360" y="9601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HISTORIAS DE USUARIO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B6D744-1029-0DAF-C100-F200F05D8F08}"/>
              </a:ext>
            </a:extLst>
          </p:cNvPr>
          <p:cNvSpPr txBox="1"/>
          <p:nvPr/>
        </p:nvSpPr>
        <p:spPr>
          <a:xfrm>
            <a:off x="5029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80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HU-03· CLIENTE 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D7121E-2B84-6314-E5FD-B6D8A31F3529}"/>
              </a:ext>
            </a:extLst>
          </p:cNvPr>
          <p:cNvSpPr txBox="1"/>
          <p:nvPr/>
        </p:nvSpPr>
        <p:spPr>
          <a:xfrm>
            <a:off x="502920" y="331012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latin typeface="Times New Roman"/>
                <a:ea typeface="+mn-lt"/>
                <a:cs typeface="Times New Roman"/>
              </a:rPr>
              <a:t>Como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cliente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quiero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ser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atendido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respetando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el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orden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de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llegada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para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recibir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un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servicio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justo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 y </a:t>
            </a:r>
            <a:r>
              <a:rPr lang="en-US" sz="1300" b="1" err="1">
                <a:latin typeface="Times New Roman"/>
                <a:ea typeface="+mn-lt"/>
                <a:cs typeface="Times New Roman"/>
              </a:rPr>
              <a:t>organizado</a:t>
            </a:r>
            <a:r>
              <a:rPr lang="en-US" sz="1300" b="1">
                <a:latin typeface="Times New Roman"/>
                <a:ea typeface="+mn-lt"/>
                <a:cs typeface="Times New Roman"/>
              </a:rPr>
              <a:t>.</a:t>
            </a:r>
            <a:endParaRPr lang="es-ES">
              <a:latin typeface="Times New Roman"/>
              <a:cs typeface="Times New Roman"/>
            </a:endParaRPr>
          </a:p>
          <a:p>
            <a:pPr marL="0" indent="0">
              <a:lnSpc>
                <a:spcPts val="1800"/>
              </a:lnSpc>
              <a:buNone/>
            </a:pPr>
            <a:endParaRPr lang="en-US" sz="1300" b="1">
              <a:solidFill>
                <a:srgbClr val="263755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9008A6-7156-33B6-20A1-B425729A9A40}"/>
              </a:ext>
            </a:extLst>
          </p:cNvPr>
          <p:cNvSpPr txBox="1"/>
          <p:nvPr/>
        </p:nvSpPr>
        <p:spPr>
          <a:xfrm>
            <a:off x="502920" y="4464274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r>
              <a:rPr lang="en-US" sz="1100">
                <a:latin typeface="Times New Roman"/>
                <a:ea typeface="Calibri"/>
                <a:cs typeface="Times New Roman"/>
              </a:rPr>
              <a:t> Los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clientes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deben</a:t>
            </a:r>
            <a:r>
              <a:rPr lang="en-US" sz="1100">
                <a:latin typeface="Times New Roman"/>
                <a:ea typeface="+mn-lt"/>
                <a:cs typeface="Times New Roman"/>
              </a:rPr>
              <a:t> ser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atendidos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en</a:t>
            </a:r>
            <a:r>
              <a:rPr lang="en-US" sz="1100">
                <a:latin typeface="Times New Roman"/>
                <a:ea typeface="+mn-lt"/>
                <a:cs typeface="Times New Roman"/>
              </a:rPr>
              <a:t> el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mismo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orden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en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que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llegan</a:t>
            </a:r>
            <a:r>
              <a:rPr lang="en-US" sz="1100">
                <a:latin typeface="Times New Roman"/>
                <a:ea typeface="+mn-lt"/>
                <a:cs typeface="Times New Roman"/>
              </a:rPr>
              <a:t>.</a:t>
            </a:r>
            <a:endParaRPr lang="es-E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Times New Roman"/>
              </a:rPr>
              <a:t> Si Ana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llega</a:t>
            </a:r>
            <a:r>
              <a:rPr lang="en-US" sz="1100">
                <a:latin typeface="Times New Roman"/>
                <a:ea typeface="+mn-lt"/>
                <a:cs typeface="Times New Roman"/>
              </a:rPr>
              <a:t> antes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que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Carlos, Ana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debe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ser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atendida</a:t>
            </a:r>
            <a:r>
              <a:rPr lang="en-US" sz="1100">
                <a:latin typeface="Times New Roman"/>
                <a:ea typeface="+mn-lt"/>
                <a:cs typeface="Times New Roman"/>
              </a:rPr>
              <a:t> primero.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Times New Roman"/>
              </a:rPr>
              <a:t> Un nuevo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cliente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debe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quedar</a:t>
            </a:r>
            <a:r>
              <a:rPr lang="en-US" sz="1100">
                <a:latin typeface="Times New Roman"/>
                <a:ea typeface="+mn-lt"/>
                <a:cs typeface="Times New Roman"/>
              </a:rPr>
              <a:t> al final de la cola.</a:t>
            </a:r>
            <a:endParaRPr lang="en-US" sz="110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100">
                <a:latin typeface="Times New Roman"/>
                <a:ea typeface="+mn-lt"/>
                <a:cs typeface="Times New Roman"/>
              </a:rPr>
              <a:t> Si no hay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clientes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esperando</a:t>
            </a:r>
            <a:r>
              <a:rPr lang="en-US" sz="1100">
                <a:latin typeface="Times New Roman"/>
                <a:ea typeface="+mn-lt"/>
                <a:cs typeface="Times New Roman"/>
              </a:rPr>
              <a:t>, el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sistema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debe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informar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que</a:t>
            </a:r>
            <a:r>
              <a:rPr lang="en-US" sz="1100">
                <a:latin typeface="Times New Roman"/>
                <a:ea typeface="+mn-lt"/>
                <a:cs typeface="Times New Roman"/>
              </a:rPr>
              <a:t> la cola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está</a:t>
            </a:r>
            <a:r>
              <a:rPr lang="en-US" sz="1100">
                <a:latin typeface="Times New Roman"/>
                <a:ea typeface="+mn-lt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+mn-lt"/>
                <a:cs typeface="Times New Roman"/>
              </a:rPr>
              <a:t>vacía</a:t>
            </a:r>
            <a:r>
              <a:rPr lang="en-US" sz="1100">
                <a:latin typeface="Times New Roman"/>
                <a:ea typeface="+mn-lt"/>
                <a:cs typeface="Times New Roman"/>
              </a:rPr>
              <a:t>.</a:t>
            </a:r>
            <a:endParaRPr lang="en-US" sz="1100">
              <a:latin typeface="Times New Roman"/>
              <a:cs typeface="Times New Roman"/>
            </a:endParaRPr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endParaRPr lang="en-US" sz="1100">
              <a:solidFill>
                <a:srgbClr val="4A5265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8CAC85-82F4-FC76-2E37-DDE01835326A}"/>
              </a:ext>
            </a:extLst>
          </p:cNvPr>
          <p:cNvSpPr txBox="1"/>
          <p:nvPr/>
        </p:nvSpPr>
        <p:spPr>
          <a:xfrm>
            <a:off x="502920" y="4114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>
                <a:solidFill>
                  <a:srgbClr val="7A8399"/>
                </a:solidFill>
                <a:latin typeface="Times New Roman"/>
                <a:ea typeface="Arial" pitchFamily="34" charset="-122"/>
                <a:cs typeface="Times New Roman"/>
              </a:rPr>
              <a:t>CRITERIOS DE ACEPTACIÓN</a:t>
            </a:r>
            <a:endParaRPr lang="en-US" sz="95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275A2D-1205-3709-CB49-4528E90BB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719" y="2437291"/>
            <a:ext cx="2581275" cy="35909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77617B-AD20-0852-5528-74A45528C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96" y="2781056"/>
            <a:ext cx="2581275" cy="35909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68073C-0433-054B-DADF-05E208DDC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512" y="2782225"/>
            <a:ext cx="2581275" cy="35909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2E6D3A-0004-2844-8F21-979833614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945" y="5429155"/>
            <a:ext cx="3781425" cy="1428750"/>
          </a:xfrm>
          <a:prstGeom prst="rect">
            <a:avLst/>
          </a:prstGeom>
        </p:spPr>
      </p:pic>
      <p:pic>
        <p:nvPicPr>
          <p:cNvPr id="16" name="Picture 15" descr="Miáucoles: Gato chévere | Adventure cat, Cats, Funny spanish memes">
            <a:extLst>
              <a:ext uri="{FF2B5EF4-FFF2-40B4-BE49-F238E27FC236}">
                <a16:creationId xmlns:a16="http://schemas.microsoft.com/office/drawing/2014/main" id="{267D41A7-924B-CB72-06B2-2E3978FA08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480" y="2882900"/>
            <a:ext cx="440944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4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6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ANÁLISIS DE COMPLEJIDAD</a:t>
            </a:r>
            <a:endParaRPr lang="en-US" sz="3000">
              <a:latin typeface="Times New Roman"/>
              <a:cs typeface="Times New Roman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27004"/>
              </p:ext>
            </p:extLst>
          </p:nvPr>
        </p:nvGraphicFramePr>
        <p:xfrm>
          <a:off x="548640" y="2057400"/>
          <a:ext cx="6949440" cy="307238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263755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OPERACIÓN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63755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MEJOR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63755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PEOR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Cola: encolar · desencolar · insertar al inicio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Cola: mostrar clientes en espera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Θ(n)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Θ(n)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Pila: apilar · desapilar · consultar tope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Lista: agregar producto al final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Lista: recorrer adelante / atrás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Θ(p)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Θ(p)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Lista: buscar por código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Ω(1)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O(p)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Lista: eliminar por código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Ω(1)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EDE8E4"/>
                          </a:solidFill>
                          <a:latin typeface="Times New Roman"/>
                          <a:ea typeface="Arial" pitchFamily="34" charset="-122"/>
                          <a:cs typeface="Times New Roman"/>
                        </a:rPr>
                        <a:t>O(p)</a:t>
                      </a:r>
                      <a:endParaRPr lang="en-US" sz="1400">
                        <a:latin typeface="Times New Roman"/>
                        <a:ea typeface="Arial" charset="0"/>
                        <a:cs typeface="Times New Roman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5A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2057400"/>
            <a:ext cx="3794760" cy="3072384"/>
          </a:xfrm>
          <a:prstGeom prst="roundRect">
            <a:avLst>
              <a:gd name="adj" fmla="val 2381"/>
            </a:avLst>
          </a:prstGeom>
          <a:solidFill>
            <a:srgbClr val="EDE8E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92440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POR QUÉ ESTOS COSTOS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092440" y="26517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Mantener el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puntero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final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en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la cola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evita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recorrerla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para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encolar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: O(1)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en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lugar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de O(n).</a:t>
            </a:r>
            <a:endParaRPr lang="en-US" sz="1400">
              <a:latin typeface="Times New Roman"/>
              <a:cs typeface="Times New Roman"/>
            </a:endParaRPr>
          </a:p>
          <a:p>
            <a:pPr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Deshacer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es O(1)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porque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insertar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al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inicio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solo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reasigna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el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puntero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frente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.</a:t>
            </a:r>
            <a:endParaRPr lang="en-US" sz="1400">
              <a:latin typeface="Times New Roman"/>
              <a:cs typeface="Times New Roman"/>
            </a:endParaRPr>
          </a:p>
          <a:p>
            <a:pPr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En la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lista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doble el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desenlace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es O(1)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porque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el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nodo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ya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conoce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a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su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anterior.</a:t>
            </a:r>
            <a:endParaRPr lang="en-US" sz="1400">
              <a:latin typeface="Times New Roman"/>
              <a:cs typeface="Times New Roman"/>
            </a:endParaRPr>
          </a:p>
          <a:p>
            <a:pPr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Buscar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y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eliminar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son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lineales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: la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lista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no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permite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acceso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directo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por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código</a:t>
            </a:r>
            <a:r>
              <a:rPr lang="en-US" sz="1400">
                <a:solidFill>
                  <a:srgbClr val="263755"/>
                </a:solidFill>
                <a:latin typeface="Times New Roman"/>
                <a:ea typeface="Arial" pitchFamily="34" charset="-122"/>
                <a:cs typeface="Times New Roman"/>
              </a:rPr>
              <a:t>.</a:t>
            </a:r>
            <a:endParaRPr lang="en-US"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FUNCIÓN T(n)</a:t>
            </a:r>
            <a:endParaRPr lang="en-US" sz="2700" b="1">
              <a:latin typeface="Times New Roman"/>
              <a:cs typeface="Times New Roman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T(p) = c₁ + c₂ · k + c₃</a:t>
            </a:r>
            <a:endParaRPr lang="en-US" sz="1900">
              <a:latin typeface="Times New Roman"/>
              <a:cs typeface="Times New Roman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Peor caso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24028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0D5CE"/>
                </a:solidFill>
                <a:latin typeface="Times New Roman"/>
                <a:ea typeface="Arial" pitchFamily="34" charset="-122"/>
                <a:cs typeface="Times New Roman"/>
              </a:rPr>
              <a:t>k = p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675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Times New Roman"/>
                <a:ea typeface="Arial" pitchFamily="34" charset="-122"/>
                <a:cs typeface="Times New Roman"/>
              </a:rPr>
              <a:t>T = c₂·p + (c₁+c₃)   ∈  O(p)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4133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C97F41"/>
                </a:solidFill>
                <a:latin typeface="Times New Roman"/>
                <a:ea typeface="Arial" pitchFamily="34" charset="-122"/>
                <a:cs typeface="Times New Roman"/>
              </a:rPr>
              <a:t>Caso promedio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44256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c₂·(p+1)/2 + (c₁+c₃)   ∈  O(p)</a:t>
            </a:r>
            <a:endParaRPr lang="en-US" sz="1250"/>
          </a:p>
        </p:txBody>
      </p:sp>
      <p:sp>
        <p:nvSpPr>
          <p:cNvPr id="11" name="Text 9"/>
          <p:cNvSpPr txBox="1"/>
          <p:nvPr/>
        </p:nvSpPr>
        <p:spPr>
          <a:xfrm>
            <a:off x="548640" y="4882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7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caso</a:t>
            </a:r>
            <a:endParaRPr lang="en-US" sz="1300"/>
          </a:p>
        </p:txBody>
      </p:sp>
      <p:sp>
        <p:nvSpPr>
          <p:cNvPr id="12" name="Text 10"/>
          <p:cNvSpPr txBox="1"/>
          <p:nvPr/>
        </p:nvSpPr>
        <p:spPr>
          <a:xfrm>
            <a:off x="2240280" y="4882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0D5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548640" y="51755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c₁ + c₂ + c₃   ∈  Ω(1)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6675120" y="1828800"/>
            <a:ext cx="4983480" cy="3886200"/>
          </a:xfrm>
          <a:prstGeom prst="roundRect">
            <a:avLst>
              <a:gd name="adj" fmla="val 1882"/>
            </a:avLst>
          </a:prstGeom>
          <a:solidFill>
            <a:srgbClr val="EDE8E4"/>
          </a:solidFill>
          <a:ln/>
        </p:spPr>
      </p:sp>
      <p:graphicFrame>
        <p:nvGraphicFramePr>
          <p:cNvPr id="16" name="Chart 0"/>
          <p:cNvGraphicFramePr/>
          <p:nvPr/>
        </p:nvGraphicFramePr>
        <p:xfrm>
          <a:off x="6812280" y="1965960"/>
          <a:ext cx="47091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910D1B-1078-539F-80CE-C31F5E777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254" y="6389"/>
            <a:ext cx="5610225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6DBAD2-13B9-116D-0863-BCE2D71A05D5}"/>
              </a:ext>
            </a:extLst>
          </p:cNvPr>
          <p:cNvSpPr txBox="1"/>
          <p:nvPr/>
        </p:nvSpPr>
        <p:spPr>
          <a:xfrm>
            <a:off x="4719816" y="245079"/>
            <a:ext cx="51449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DIAGRAMA DE FLUJO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EE8D30-FE25-5F32-3B95-27917805B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48268"/>
            <a:ext cx="9876264" cy="63097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649F89-8239-D896-31FB-27C4450C0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102" y="247528"/>
            <a:ext cx="5610225" cy="61912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CF7F93C-A7AC-CCBB-2E09-A82D6136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2507" y="2"/>
            <a:ext cx="12449060" cy="6860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407296-C6F7-DFED-5BDC-10D91BD90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97" y="167268"/>
            <a:ext cx="9667769" cy="652346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503284" y="2494156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400" b="1">
                <a:solidFill>
                  <a:srgbClr val="263755"/>
                </a:solidFill>
                <a:latin typeface="Times New Roman"/>
                <a:cs typeface="Times New Roman"/>
              </a:rPr>
              <a:t>3 </a:t>
            </a:r>
            <a:r>
              <a:rPr lang="en-US" sz="1400" b="1" err="1">
                <a:solidFill>
                  <a:srgbClr val="263755"/>
                </a:solidFill>
                <a:latin typeface="Times New Roman"/>
                <a:cs typeface="Times New Roman"/>
              </a:rPr>
              <a:t>perfiles</a:t>
            </a:r>
            <a:endParaRPr lang="en-US" sz="1400" err="1">
              <a:latin typeface="Times New Roman"/>
              <a:cs typeface="Times New Roman"/>
            </a:endParaRPr>
          </a:p>
          <a:p>
            <a:pPr>
              <a:lnSpc>
                <a:spcPts val="1500"/>
              </a:lnSpc>
            </a:pP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El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administrador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hereda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del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cajero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: también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puede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atender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clientes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,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pero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no al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contrario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. El 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cliente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es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atendido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luego de </a:t>
            </a:r>
            <a:r>
              <a:rPr lang="en-US" sz="1400" err="1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tener</a:t>
            </a:r>
            <a:r>
              <a:rPr lang="en-US" sz="1400">
                <a:solidFill>
                  <a:srgbClr val="4A5265"/>
                </a:solidFill>
                <a:latin typeface="Times New Roman"/>
                <a:ea typeface="Arial" pitchFamily="34" charset="-122"/>
                <a:cs typeface="Times New Roman"/>
              </a:rPr>
              <a:t> el producto.</a:t>
            </a:r>
            <a:endParaRPr lang="en-US" sz="1400" err="1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5F40C-4C8E-6038-5828-E0849FEE8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3773" y="71084"/>
            <a:ext cx="6005693" cy="61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E14D6-9CEF-8160-941E-D73FC75EB07B}"/>
              </a:ext>
            </a:extLst>
          </p:cNvPr>
          <p:cNvSpPr txBox="1"/>
          <p:nvPr/>
        </p:nvSpPr>
        <p:spPr>
          <a:xfrm>
            <a:off x="3202630" y="187465"/>
            <a:ext cx="63534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DIAGRAMA DE CASOS DE USO 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0C7DCD-248A-0190-5E27-8A9B29F78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968" y="1279133"/>
            <a:ext cx="1470864" cy="12231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2026-09-12T16:02:04Z</dcterms:created>
  <dcterms:modified xsi:type="dcterms:W3CDTF">2026-09-12T17:19:44Z</dcterms:modified>
</cp:coreProperties>
</file>